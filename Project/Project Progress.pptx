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60" d="100"/>
          <a:sy n="60" d="100"/>
        </p:scale>
        <p:origin x="36" y="2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FD01B-2E01-0A4F-57AC-AA0C376296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2BDED8-E6C9-9E08-1294-BEDFB99C11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61421-87A9-F59D-EB89-EF972E39A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2C91B-C10F-455D-BCC4-2D03018C3ADE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90B20-1BB1-4E25-89AB-6910053B3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72493-53AE-3586-DBF2-40403DFD7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55937-3045-445C-A7A2-AB0616A524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1388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35C8D-1048-74F7-7F06-5E51EC356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EFE58-D5C4-5BDD-8304-824FE10D9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40E89-A5CA-0B8A-4807-ACD5096F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2C91B-C10F-455D-BCC4-2D03018C3ADE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48E41-B66A-DF8F-7BA0-6F96FCF57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F50E3-721A-1488-B550-8E738E3F5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55937-3045-445C-A7A2-AB0616A524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6189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15FF6-364F-3CAB-C483-40BEC7EEC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504957-78F6-36C1-FED2-B495196A62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D65845-4EDE-E4B3-79E0-F3FA99A25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2C91B-C10F-455D-BCC4-2D03018C3ADE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37CBB-EE69-747A-DBA2-18F40982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6058B-C356-4EF2-93C3-66542E228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55937-3045-445C-A7A2-AB0616A524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5525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BD6C1-3DC4-D0A1-99B3-72CAED279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22BA3-4BB5-8A50-A5E6-4B3B4BED43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7D21CD-DB41-D919-D5A7-92EC199A41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265908-D51A-1948-A4B6-CEF4BCDCA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2C91B-C10F-455D-BCC4-2D03018C3ADE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ED6EE0-6937-9DF4-4997-5A39CCB33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C6B27D-21FD-0CCC-A0DD-7412DD7E1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55937-3045-445C-A7A2-AB0616A524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01744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8E7EC-05E4-DB8E-A4A6-B25BFE86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43A191-509C-B23C-C894-970F3F52CF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4E9C04-B56A-25FB-B002-748A29100F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CD8172-F580-16C4-D1A7-81FE18F3AF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9EA933-50B4-7D1A-213B-17CDEF197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7E13C4-CB16-C816-76D7-399E5786D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2C91B-C10F-455D-BCC4-2D03018C3ADE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AF9181-E4EC-5924-B479-B1E861C0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BEF9AA-3B29-FFD2-0119-3B7CEC58C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55937-3045-445C-A7A2-AB0616A524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5437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4B259-7EC7-AB3E-F3BE-849D66340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07134-AF7C-AA46-D499-8EB258D0A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2C91B-C10F-455D-BCC4-2D03018C3ADE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935CAF-AFEC-F512-5751-A59D11B5C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1D715D-FA5B-753E-263C-1139E7C43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55937-3045-445C-A7A2-AB0616A524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1250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308ECD-1834-9004-E259-7448E0015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2C91B-C10F-455D-BCC4-2D03018C3ADE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A5FE7-3C0F-7D9D-03D9-0E7FA5894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3804F-0313-AD02-EEED-77540B314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55937-3045-445C-A7A2-AB0616A524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730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4F637-8510-7A3A-EB7E-572A3DDE9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2F650-DB82-2190-AF1B-165730C83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3B51EE-AA0C-4F1B-33AA-B56F033C67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3053D2-AF6D-34C0-9669-583DF36D1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2C91B-C10F-455D-BCC4-2D03018C3ADE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1F449F-06E0-F732-7BE3-1D289DEF8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14FE57-0019-5733-26D2-6D89A73F4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55937-3045-445C-A7A2-AB0616A524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422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AD0BA-7E67-F9D3-8D1A-B4F63EF1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63D3AA-E147-F3C2-4A14-DE3FB01778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D987A3-64DB-7946-61C1-07ACFB331C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0755FB-2571-63D0-CDF7-E896152F2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2C91B-C10F-455D-BCC4-2D03018C3ADE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12EE7F-DE33-D6BF-E6B9-D06B34BCE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A3544A-6147-72D2-EED3-430176283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55937-3045-445C-A7A2-AB0616A524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4246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A5C8-5390-9A6D-E495-7443EAC9F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B2672-F6AA-DF7D-3B42-1A18F4A2C0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95414-C55B-B261-5E82-C0B850C22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2C91B-C10F-455D-BCC4-2D03018C3ADE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29F091-0AFD-4719-D7B3-AE4D9E33A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CF4C7C-CD2B-4AA5-9B6A-5C017DD48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55937-3045-445C-A7A2-AB0616A524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05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C757F1-3551-1B50-DA1C-4C678E6C9E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46E8E7-78AF-1AC0-3102-4F41018290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9063D-7E77-0D07-D2B8-4363C1F11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2C91B-C10F-455D-BCC4-2D03018C3ADE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50ED6-5692-7CDC-4EF8-47840EADD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451BAF-0C54-00EB-55F6-180F5B63B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55937-3045-445C-A7A2-AB0616A524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6287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75180C-DC83-FC05-19B2-5BAB708B5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505F3B-ED33-3C6A-3F3F-9DF7EFD645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7F182-AF9B-2B22-1515-293DF9A231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2C91B-C10F-455D-BCC4-2D03018C3ADE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C3503-A955-5B8D-46E7-0758A3345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10E8D-D513-0209-9017-2751D07E1C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355937-3045-445C-A7A2-AB0616A524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6546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E8368-FCDC-A212-5920-2C066D582E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Project Progress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E540EC-C696-335C-9467-B173DDCE6E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8650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36A12-602A-E971-1707-649987774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C67D706-1232-834E-7FF8-D2005DDDE2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89311" y="1825625"/>
            <a:ext cx="681337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95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Times New Roman</vt:lpstr>
      <vt:lpstr>Office Theme</vt:lpstr>
      <vt:lpstr>Project Progress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Wu, Hilary H M</dc:creator>
  <cp:lastModifiedBy>Wu, Hilary H M</cp:lastModifiedBy>
  <cp:revision>1</cp:revision>
  <dcterms:created xsi:type="dcterms:W3CDTF">2026-07-21T07:28:08Z</dcterms:created>
  <dcterms:modified xsi:type="dcterms:W3CDTF">2026-07-21T07:38:04Z</dcterms:modified>
</cp:coreProperties>
</file>