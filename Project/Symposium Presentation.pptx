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4.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78" r:id="rId3"/>
    <p:sldId id="258" r:id="rId4"/>
    <p:sldId id="259" r:id="rId5"/>
    <p:sldId id="267" r:id="rId6"/>
    <p:sldId id="273" r:id="rId7"/>
    <p:sldId id="275" r:id="rId8"/>
    <p:sldId id="276" r:id="rId9"/>
    <p:sldId id="27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17.605"/>
    </inkml:context>
    <inkml:brush xml:id="br0">
      <inkml:brushProperty name="width" value="0.035" units="cm"/>
      <inkml:brushProperty name="height" value="0.035" units="cm"/>
      <inkml:brushProperty name="color" value="#F0F0F0"/>
    </inkml:brush>
  </inkml:definitions>
  <inkml:trace contextRef="#ctx0" brushRef="#br0">1 1 24575,'29'70'0,"-19"-53"0,0-1 0,21 26 0,-22-33 0,0 0 0,1-1 0,0 0 0,13 7 0,18 15 0,-37-28 0,0 1 0,0-1 0,0 0 0,0 0 0,0-1 0,1 1 0,-1-1 0,9 1 0,21 8 0,-18-6-1365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23.288"/>
    </inkml:context>
    <inkml:brush xml:id="br0">
      <inkml:brushProperty name="width" value="0.035" units="cm"/>
      <inkml:brushProperty name="height" value="0.035" units="cm"/>
      <inkml:brushProperty name="color" value="#F0F0F0"/>
    </inkml:brush>
  </inkml:definitions>
  <inkml:trace contextRef="#ctx0" brushRef="#br0">46 156 24575,'8'1'0,"-6"-1"0,1 0 0,0 0 0,-1 0 0,1 0 0,-1-1 0,1 1 0,4-2 0,-7 2 0,0 0 0,1 0 0,-1 0 0,0-1 0,0 1 0,0 0 0,0 0 0,1 0 0,-1 0 0,0-1 0,0 1 0,0 0 0,0 0 0,0 0 0,0-1 0,0 1 0,0 0 0,1 0 0,-1 0 0,0-1 0,0 1 0,0 0 0,0 0 0,0-1 0,0 1 0,0 0 0,0 0 0,0 0 0,-1-1 0,1 1 0,0 0 0,0-1 0,-10-12 0,0 3 0,1-1 0,0 0 0,-9-13 0,29 39 0,0-1 0,0 0 0,24 22 0,-25-28 0,-7-6 0,-1 0 0,1 0 0,-1 0 0,0 0 0,0 0 0,1 1 0,-1-1 0,2 5 0,-6-10 0,0 0 0,-1 1 0,1-1 0,-1 1 0,1 0 0,-6-4 0,-6-6 0,-9-16 0,-7-7 0,30 34 0,-1 0 0,0 1 0,0-1 0,0 0 0,0 0 0,0 1 0,0-1 0,0 0 0,-1 1 0,1-1 0,0 1 0,0-1 0,0 1 0,-1 0 0,1-1 0,0 1 0,0 0 0,-1 0 0,-1 0 0,3 0 0,-1 1 0,0-1 0,1 1 0,-1 0 0,0-1 0,1 1 0,-1 0 0,1-1 0,-1 1 0,1 0 0,0-1 0,-1 1 0,1 0 0,0 0 0,-1-1 0,1 1 0,0 0 0,0 0 0,0 0 0,0 0 0,-1-1 0,1 1 0,1 0 0,-1 0 0,0 0 0,0 0 0,0-1 0,1 3 0,4 96 0,-5-97 0,0 0 0,0 0 0,1-1 0,-1 1 0,1 0 0,-1-1 0,1 1 0,0 0 0,0-1 0,-1 1 0,1-1 0,1 1 0,1 2 0,-3-4 0,0 0 0,0 0 0,1 1 0,-1-1 0,0 0 0,0 0 0,1 0 0,-1 0 0,0 0 0,0 0 0,1 1 0,-1-1 0,0 0 0,0 0 0,1 0 0,-1 0 0,0 0 0,1 0 0,-1 0 0,0 0 0,0 0 0,1 0 0,-1 0 0,0 0 0,0 0 0,1-1 0,-1 1 0,0 0 0,1 0 0,-1 0 0,7-14 0,-5 6 0,0 0 0,-1 0 0,0 0 0,0 0 0,-1 0 0,0 0 0,0 0 0,-1 0 0,0 0 0,-3-10 0,3-5 0,1 20 0,0 0 0,0 1 0,0-1 0,0 0 0,0 1 0,-1-1 0,1 1 0,-2-4 0,8 42 0,-3-7 0,3 30 0,-5-34 0,0-24 0,-1 0 0,0-1 0,1 1 0,-1-1 0,1 1 0,-1-1 0,1 1 0,-1-1 0,1 1 0,-1-1 0,1 1 0,-1-1 0,1 1 0,0-1 0,-1 0 0,1 0 0,0 1 0,-1-1 0,1 0 0,0 0 0,-1 0 0,1 1 0,0-1 0,-1 0 0,1 0 0,0 0 0,-1 0 0,2-1 0,28 1 0,-20-1 0,103 5 0,-153-13 0,23 7 0,0-2 0,0 1 0,1-2 0,-1 0 0,-21-12 0,37 17 0,1 0 0,-1 0 0,1 0 0,-1 0 0,1 0 0,-1 0 0,1 0 0,0-1 0,-1 1 0,1 0 0,-1 0 0,1-1 0,0 1 0,-1 0 0,1-1 0,0 1 0,-1 0 0,1-1 0,0 1 0,-1 0 0,1-1 0,0 1 0,0-1 0,-1 1 0,1-1 0,11-3 0,20 6 0,28 12 0,-66-16 0,0-1 0,0 0 0,0 0 0,1-1 0,-1 0 0,1 0 0,-1 0 0,1-1 0,1 0 0,-1 0 0,1 0 0,0-1 0,0 0 0,0 0 0,1 0 0,0 0 0,0-1 0,1 0 0,0 0 0,-5-14 0,8 21 0,0-1 0,0 1 0,0-1 0,0 1 0,0-1 0,0 1 0,0-1 0,0 1 0,0-1 0,-1 1 0,1-1 0,0 1 0,0-1 0,0 1 0,-1-1 0,1 1 0,0-1 0,-1 1 0,1-1 0,0 1 0,-1 0 0,1-1 0,-1 1 0,1 0 0,0-1 0,-1 1 0,1 0 0,-1 0 0,1-1 0,-1 1 0,1 0 0,-1 0 0,1 0 0,-1 0 0,1-1 0,-1 1 0,0 0 0,1 0 0,-1 0 0,1 0 0,-1 0 0,1 1 0,-1-1 0,1 0 0,-1 0 0,1 0 0,-1 1 0,-8 0 0,8-1 0,1-1 0,-1 1 0,1 0 0,-1-1 0,1 1 0,0-1 0,-1 1 0,1-1 0,0 1 0,-1-1 0,1 1 0,0-1 0,-1 1 0,1-1 0,0 1 0,0-1 0,0 1 0,0-1 0,0 0 0,-1 1 0,1-1 0,0 1 0,0-1 0,0 1 0,1-1 0,-1-1 0,0-20 0,0 18 0,2-14 0,1 17 0,0 11 0,1 4-341,-2-1 0,0 1-1,0 23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43.004"/>
    </inkml:context>
    <inkml:brush xml:id="br0">
      <inkml:brushProperty name="width" value="0.035" units="cm"/>
      <inkml:brushProperty name="height" value="0.035" units="cm"/>
      <inkml:brushProperty name="color" value="#F0F0F0"/>
    </inkml:brush>
  </inkml:definitions>
  <inkml:trace contextRef="#ctx0" brushRef="#br0">1 291 24575,'3'-5'0,"0"1"0,-1-1 0,1 1 0,-1-1 0,0 0 0,0 0 0,0 0 0,1-8 0,6-16 0,24-35 0,-26 52 0,0 0 0,11-13 0,18-3 0,-31 22 0,1 0 0,0 1 0,0 0 0,0 0 0,1 1 0,0-1 0,0 1 0,0 1 0,0-1 0,0 1 0,1 1 0,-1-1 0,1 1 0,0 1 0,0-1 0,0 1 0,0 1 0,12 0 0,10-9-1365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46.934"/>
    </inkml:context>
    <inkml:brush xml:id="br0">
      <inkml:brushProperty name="width" value="0.035" units="cm"/>
      <inkml:brushProperty name="height" value="0.035" units="cm"/>
      <inkml:brushProperty name="color" value="#F0F0F0"/>
    </inkml:brush>
  </inkml:definitions>
  <inkml:trace contextRef="#ctx0" brushRef="#br0">137 77 24575,'-6'1'0,"1"1"0,0 0 0,0 0 0,-1 0 0,2 1 0,-1 0 0,0 0 0,1 0 0,-1 0 0,1 1 0,-6 6 0,0-1 0,8-8 0,-1 2 0,1-1 0,-1 0 0,0 1 0,-1-1 0,1 0 0,0-1 0,-8 4 0,12-8 0,0 1 0,0-1 0,0 0 0,0 1 0,0-1 0,1 1 0,-1 0 0,3-3 0,7-13 0,1 2 0,24-26 0,-32 38 0,1 0 0,-1 0 0,1 0 0,0 1 0,0-1 0,0 1 0,1 1 0,-1-1 0,1 1 0,0-1 0,-1 2 0,1-1 0,11-1 0,-16 3 0,-1-1 0,1 1 0,-1 0 0,0 0 0,1 0 0,-1 0 0,1 0 0,-1 0 0,1 0 0,-1 0 0,1 0 0,-1 0 0,0 0 0,1 0 0,-1 0 0,1 1 0,-1-1 0,0 0 0,1 0 0,-1 0 0,1 0 0,-1 1 0,0-1 0,1 0 0,-1 1 0,0-1 0,1 0 0,-1 1 0,0-1 0,1 0 0,-1 1 0,0-1 0,0 0 0,1 1 0,-1 1 0,0-1 0,-1 0 0,1 0 0,0 0 0,0 0 0,-1 0 0,1 0 0,0 0 0,-1 0 0,1 0 0,-1 0 0,-1 2 0,-1 2 0,0 0 0,-1-1 0,0 0 0,-7 7 0,-1-4 0,-8 8 0,-14 20 0,23-24 0,-1 0 0,2 1 0,0 0 0,0 1 0,-7 13 0,9-6 0,7-16 0,0-1 0,0 0 0,-1 1 0,1-1 0,-1 0 0,0 0 0,1 0 0,-1 0 0,-3 3 0,5-6 0,0 0 0,0 0 0,-1 0 0,1 0 0,0 0 0,0 0 0,0 0 0,0 0 0,0 1 0,0-1 0,0 0 0,0 0 0,0 0 0,0 0 0,-1 0 0,1 0 0,0 0 0,0 0 0,0 0 0,0 0 0,0 0 0,0 0 0,0 0 0,0 0 0,-1 0 0,1 0 0,0 0 0,0 0 0,0 0 0,0 0 0,0 0 0,0 0 0,0-1 0,0 1 0,0 0 0,0 0 0,-1 0 0,1 0 0,0 0 0,0 0 0,0 0 0,0 0 0,0 0 0,0 0 0,0 0 0,0 0 0,0-1 0,0 1 0,0 0 0,0 0 0,0 0 0,0 0 0,0 0 0,-2-10 0,2-8 0,3 1 0,0 1 0,1 0 0,0 0 0,1 0 0,1 1 0,1-1 0,11-18 0,-8 21 0,-8 10 0,0 1 0,1-1 0,-1 0 0,-1 1 0,1-1 0,0 0 0,-1 0 0,2-5 0,-3 8 0,0 0 0,0 0 0,0 0 0,0-1 0,0 1 0,0 0 0,0 0 0,0 0 0,0 0 0,0 0 0,0 0 0,0-1 0,-1 1 0,1 0 0,0 0 0,0 0 0,0 0 0,0 0 0,0 0 0,0 0 0,0-1 0,-1 1 0,1 0 0,0 0 0,0 0 0,0 0 0,0 0 0,0 0 0,-1 0 0,1 0 0,0 0 0,0 0 0,0 0 0,0 0 0,0 0 0,-1 0 0,1 0 0,0 0 0,0 0 0,0 0 0,0 0 0,0 0 0,-1 0 0,-12 3 0,-10 5 0,22-7-1,0-1 0,1 1 1,-1-1-1,1 1 0,-1 0 0,1-1 0,-1 1 0,1 0 0,0-1 0,-1 1 1,1 0-1,0 0 0,-1-1 0,1 1 0,0 0 0,0 0 0,0 0 0,0-1 0,0 3 1,-2 3-1348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54.120"/>
    </inkml:context>
    <inkml:brush xml:id="br0">
      <inkml:brushProperty name="width" value="0.035" units="cm"/>
      <inkml:brushProperty name="height" value="0.035" units="cm"/>
      <inkml:brushProperty name="color" value="#F0F0F0"/>
    </inkml:brush>
  </inkml:definitions>
  <inkml:trace contextRef="#ctx0" brushRef="#br0">1 0 24575,'0'1'0,"1"1"0,1-1 0,1 2 0,2-1 0,-1 0 0,1-1 0,0 0 0,-1 0 0,0 0 0,0 0 0,-2 0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3:59.987"/>
    </inkml:context>
    <inkml:brush xml:id="br0">
      <inkml:brushProperty name="width" value="0.035" units="cm"/>
      <inkml:brushProperty name="height" value="0.035" units="cm"/>
      <inkml:brushProperty name="color" value="#F0F0F0"/>
    </inkml:brush>
  </inkml:definitions>
  <inkml:trace contextRef="#ctx0" brushRef="#br0">353 302 24575,'0'-4'0,"-1"1"0,1 0 0,-1-1 0,0 1 0,1 0 0,-2 0 0,1 0 0,0 0 0,-1 0 0,1 0 0,-3-4 0,-26-29 0,13 16 0,-19-28 0,20 22 0,13 21 0,0 0 0,0 0 0,-1 0 0,1 1 0,-8-9 0,4 8 0,-3-4 0,-1 1 0,1 1 0,-17-9 0,3-2 0,22 16 0,0 0 0,0 1 0,0-1 0,0 0 0,0 1 0,0 0 0,0-1 0,0 1 0,-1 0 0,1 0 0,0 0 0,-1 1 0,1-1 0,-1 0 0,1 1 0,-1 0 0,-3-1 0,-65-7 0,63 7-1365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4:11.971"/>
    </inkml:context>
    <inkml:brush xml:id="br0">
      <inkml:brushProperty name="width" value="0.035" units="cm"/>
      <inkml:brushProperty name="height" value="0.035" units="cm"/>
      <inkml:brushProperty name="color" value="#F0F0F0"/>
    </inkml:brush>
  </inkml:definitions>
  <inkml:trace contextRef="#ctx0" brushRef="#br0">175 144 24575,'1'11'0,"0"0"0,1-1 0,6 21 0,1 4 0,4 29 0,-6-39 0,-4-20 0,-3-8 0,-2-26 0,-1 0 0,-13-49 0,-2-15 0,16 79 0,1 2 0,12 23 0,3 7 0,-5-4 0,2-1 0,-1-1 0,2 0 0,17 15 0,-29-27 0,0 0 0,0 0 0,0 1 0,0-1 0,0 0 0,0 0 0,0 0 0,1 0 0,-1 0 0,0 0 0,0 0 0,0 1 0,0-1 0,0 0 0,1 0 0,-1 0 0,0 0 0,0 0 0,0 0 0,1 0 0,-1 0 0,0 0 0,0 0 0,0 0 0,0 0 0,1 0 0,-1 0 0,0 0 0,0 0 0,0 0 0,0 0 0,1 0 0,-1 0 0,0-1 0,0 1 0,0 0 0,0 0 0,1 0 0,-1 0 0,0 0 0,0 0 0,0 0 0,0-1 0,0 1 0,0 0 0,0 0 0,1 0 0,-1-13 0,-5-13 0,3 21 0,0 0 0,-1 0 0,1 0 0,-1 0 0,0 0 0,0 1 0,-1-1 0,1 1 0,-9-8 0,9 10 0,-1 0 0,1 0 0,-1 0 0,0 0 0,0 0 0,0 1 0,0 0 0,0 0 0,0 0 0,0 0 0,0 1 0,0-1 0,-8 2 0,4-1 0,-7 2 0,15-2 0,0 1 0,0 0 0,0-1 0,0 1 0,0 0 0,0-1 0,0 1 0,0 0 0,1-1 0,-1 1 0,0 0 0,1-1 0,-1 1 0,0-1 0,1 1 0,-1-1 0,1 1 0,-1-1 0,1 1 0,-1-1 0,1 1 0,-1-1 0,2 1 0,11 17 0,1 0 0,18 35 0,-29-48 0,-3-6 0,0 1 0,0 0 0,0 0 0,0 0 0,0 0 0,-1 0 0,1 0 0,0 0 0,0 0 0,0 0 0,0 0 0,0 0 0,0 0 0,0 0 0,0 0 0,0 0 0,0 0 0,0 0 0,0 0 0,0 0 0,-1 0 0,1 0 0,0 0 0,0 0 0,0 0 0,0 0 0,0 0 0,0 0 0,0 0 0,0 0 0,0 0 0,0 0 0,0 0 0,0 0 0,-1 0 0,1 0 0,0 0 0,0 0 0,0 0 0,0 0 0,0 0 0,0 0 0,0 0 0,0 0 0,0 0 0,0 0 0,0 0 0,0 1 0,0-1 0,0 0 0,0 0 0,0 0 0,0 0 0,0 0 0,0 0 0,0 0 0,0 0 0,0 0 0,0 0 0,0 0 0,0 0 0,0 1 0,0-1 0,0 0 0,0 0 0,0 0 0,0 0 0,-12-5 0,-10-7 0,-91-86 0,84 68 0,25 24 0,-1 1 0,1 0 0,-1 0 0,0 1 0,0-1 0,-10-5 0,16 11 0,2 3 0,0 0 0,0-1 0,0 0 0,1 0 0,4 4 0,5 1 0,0 0 0,0 0 0,-1 1 0,-1 1 0,0 0 0,0 1 0,-1 0 0,0 0 0,-1 1 0,9 14 0,-12-3 0,-6-22 0,0 0 0,0 0 0,0 0 0,0 0 0,0 0 0,0 0 0,0 0 0,0 0 0,0 0 0,0 0 0,-1 0 0,1 0 0,0 0 0,-1 0 0,1 0 0,-1-1 0,1 1 0,-1 0 0,1 0 0,-1 0 0,1-1 0,-2 2 0,-13-27 0,14 23 0,-18-47 0,17 45 0,1 0 0,1 1 0,-1-1 0,0 0 0,1 0 0,0 0 0,0 1 0,0-1 0,0 0 0,0 0 0,3-6 0,-3 9 0,1 1 0,-1 0 0,1-1 0,0 1 0,-1 0 0,1-1 0,0 1 0,-1 0 0,1 0 0,0-1 0,-1 1 0,1 0 0,0 0 0,-1 0 0,1 0 0,0 0 0,-1 0 0,1 0 0,0 0 0,0 1 0,-1-1 0,1 0 0,0 0 0,-1 0 0,1 1 0,0-1 0,-1 0 0,1 1 0,-1-1 0,1 1 0,-1-1 0,2 1 0,23 15 0,-23-15 0,5 7 0,-13-4 0,4-4 0,0 0 0,0 0 0,1 0 0,-1 0 0,0 0 0,0-1 0,0 1 0,0 0 0,-3-2 0,-15-8 0,11 5 0,0 0 0,0 1 0,-1 0 0,1 0 0,-1 1 0,0 1 0,-13-3 0,11 6 0,26 5 0,4 0 0,-7-1 0,-1 0 0,0 1 0,0 0 0,-1 1 0,1 0 0,-1 0 0,-1 1 0,0 0 0,0 0 0,0 1 0,-1 0 0,7 12 0,-8-7 0,-1 0 0,4 21 0,4 11 0,-12-40 0,0 0 0,0-1 0,0 1 0,-1 0 0,0 0 0,0 0 0,0 0 0,-2 7 0,1-6 0,0-1 0,1 0 0,-1 0 0,2 1 0,-1-1 0,1 0 0,1 7 0,-1-11-1365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4:41.706"/>
    </inkml:context>
    <inkml:brush xml:id="br0">
      <inkml:brushProperty name="width" value="0.035" units="cm"/>
      <inkml:brushProperty name="height" value="0.035" units="cm"/>
      <inkml:brushProperty name="color" value="#F0F0F0"/>
    </inkml:brush>
  </inkml:definitions>
  <inkml:trace contextRef="#ctx0" brushRef="#br0">0 313 24575,'42'-12'0,"-36"10"0,-1 0 0,1-1 0,0 0 0,-1 0 0,0-1 0,0 1 0,0-1 0,0 0 0,-1-1 0,8-8 0,15-13 0,49-43 0,-68 61 0,-1 0 0,1 0 0,-1-1 0,-1 0 0,6-10 0,-10 15 0,0 0 0,0 0 0,-1-1 0,0 1 0,0 0 0,0-1 0,0 1 0,-1-1 0,1 1 0,-2-9 0,2-12 0,7 7-1365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04:44:46.856"/>
    </inkml:context>
    <inkml:brush xml:id="br0">
      <inkml:brushProperty name="width" value="0.035" units="cm"/>
      <inkml:brushProperty name="height" value="0.035" units="cm"/>
      <inkml:brushProperty name="color" value="#F0F0F0"/>
    </inkml:brush>
  </inkml:definitions>
  <inkml:trace contextRef="#ctx0" brushRef="#br0">110 62 24575,'-1'3'0,"-1"-1"0,1 0 0,-1 0 0,1-1 0,-1 1 0,0 0 0,0 0 0,0-1 0,-4 3 0,0 2 0,1-1 0,3-3 0,1 0 0,0-1 0,0 1 0,-1-1 0,1 1 0,-1-1 0,1 0 0,-1 0 0,0 1 0,1-1 0,-1 0 0,0 0 0,0-1 0,0 1 0,-3 1 0,4-2 0,1-1 0,0 1 0,0 0 0,0-1 0,-1 1 0,1 0 0,0-1 0,0 1 0,0 0 0,0-1 0,0 1 0,0 0 0,0-1 0,0 1 0,0-1 0,0 1 0,0 0 0,0-1 0,0 1 0,0 0 0,0-1 0,0 1 0,0-1 0,0 1 0,0 0 0,1-1 0,-1 1 0,0 0 0,0 0 0,0-1 0,1 1 0,-1 0 0,0-1 0,0 1 0,1 0 0,9-15 0,-9 13 0,72-83 0,-81 93 0,1 0 0,-1 0 0,-1-1 0,1 0 0,-17 10 0,15-11 0,1 1 0,0-1 0,1 2 0,-1-1 0,-10 13 0,30-32 0,1 1 0,-1 0 0,22-15 0,-24 19 0,3-4 0,-9 8 0,-1 0 0,1 0 0,0 1 0,0-1 0,0 1 0,1 0 0,-1-1 0,0 2 0,5-3 0,-8 4 0,0 0 0,1 0 0,-1 0 0,0 0 0,0 0 0,0 0 0,0 0 0,0 0 0,0 0 0,1 0 0,-1 0 0,0 0 0,0 0 0,0 0 0,0 0 0,0 0 0,0 0 0,0 0 0,1 0 0,-1 1 0,0-1 0,0 0 0,0 0 0,0 0 0,0 0 0,0 0 0,0 0 0,0 0 0,0 0 0,0 1 0,0-1 0,0 0 0,1 0 0,-1 0 0,0 0 0,0 0 0,0 0 0,0 1 0,0-1 0,0 0 0,0 0 0,0 0 0,0 0 0,0 0 0,-1 1 0,-1 8 0,-8 7 0,-78 104 0,83-110 0,16-19 0,17-21 0,-1-3 0,-13 15 0,1 0 0,29-26 0,-69 85 0,19-33 0,0 1 0,1-1 0,0 1 0,0 0 0,-5 15 0,10-24 0,0 0 0,0 0 0,0 0 0,0 0 0,0 0 0,0 1 0,0-1 0,0 0 0,0 0 0,0 0 0,0 0 0,0 1 0,0-1 0,-1 0 0,1 0 0,0 0 0,0 0 0,1 1 0,-1-1 0,0 0 0,0 0 0,0 0 0,0 0 0,0 1 0,0-1 0,0 0 0,0 0 0,0 0 0,0 0 0,0 0 0,0 1 0,0-1 0,1 0 0,-1 0 0,0 0 0,0 0 0,0 0 0,0 0 0,0 0 0,1 1 0,-1-1 0,0 0 0,0 0 0,0 0 0,0 0 0,1 0 0,8-4 0,9-10 0,-5 2 0,-13 12 0,0 0 0,0 0 0,0-1 0,0 1 0,0 0 0,0 0 0,0 0 0,1 0 0,-1 0 0,0 0 0,0 0 0,0 0 0,0 0 0,0 0 0,0 0 0,0 0 0,0 0 0,0 0 0,0 0 0,0 0 0,1 0 0,-1 0 0,0 0 0,0 0 0,0 0 0,0 0 0,0 0 0,0 0 0,0 0 0,0 0 0,0 0 0,0 0 0,1 0 0,-1 0 0,0 0 0,0 1 0,0-1 0,0 0 0,0 0 0,0 0 0,0 0 0,0 0 0,0 0 0,0 0 0,0 0 0,0 0 0,0 0 0,0 0 0,0 0 0,0 1 0,0-1 0,0 0 0,0 0 0,0 0 0,0 0 0,0 0 0,0 0 0,0 0 0,0 0 0,0 0 0,0 0 0,0 1 0,0-1 0,0 0 0,0 0 0,0 0 0,0 0 0,-10 27 0,3-6 0,7-21 0,0 0 0,0 0 0,0 0 0,0 0 0,0 1 0,0-1 0,1 0 0,-1 0 0,0 0 0,0 0 0,0 1 0,0-1 0,0 0 0,0 0 0,0 0 0,0 0 0,0 0 0,-1 1 0,1-1 0,0 0 0,0 0 0,0 0 0,0 0 0,0 0 0,0 1 0,0-1 0,0 0 0,0 0 0,0 0 0,0 0 0,-1 0 0,1 0 0,0 0 0,0 0 0,0 1 0,0-1 0,0 0 0,0 0 0,-1 0 0,1 0 0,0 0 0,0 0 0,0 0 0,0 0 0,0 0 0,-1 0 0,1 0 0,0 0 0,0 0 0,0 0 0,0 0 0,0 0 0,-1 0 0,1 0 0,0 0 0,0 0 0,0 0 0,-1 0 0,-7-1 0,-32 2 0,29 0 0,-1 0 0,1-1 0,0-1 0,-19-2 0,27 2-1365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4:30.223"/>
    </inkml:context>
    <inkml:brush xml:id="br0">
      <inkml:brushProperty name="width" value="0.035" units="cm"/>
      <inkml:brushProperty name="height" value="0.035" units="cm"/>
      <inkml:brushProperty name="color" value="#F0F0F0"/>
    </inkml:brush>
  </inkml:definitions>
  <inkml:trace contextRef="#ctx0" brushRef="#br0">84 269 24575,'5'7'0,"0"0"0,1 0 0,0-1 0,0 0 0,0 0 0,1 0 0,-1 0 0,16 8 0,4 5 0,0 1 0,95 81 0,-116-97 0,-1-1 0,1 0 0,0 0 0,0 0 0,0 0 0,0-1 0,0 0 0,0 0 0,1 0 0,-1 0 0,1-1 0,-1 0 0,1 0 0,0-1 0,8 0 0,-8 1 0,33 16 0,-37-15 0,-11-1 0,-15-3 0,-78-29 0,93 27 0,-1 0 0,0 0 0,1-1 0,0 0 0,0-1 0,0 0 0,1 0 0,-12-11 0,17 14 0,0 1 0,0 0 0,-1 0 0,1 0 0,-1 0 0,0 1 0,1-1 0,-1 1 0,0 0 0,-4-1 0,4 1 0,0 0 0,-1 0 0,1 0 0,0-1 0,0 0 0,0 0 0,0 0 0,-5-4 0,3 0 0,1 0 0,-1 0 0,1 0 0,1-1 0,-1 0 0,1 0 0,0 0 0,1 0 0,-1-1 0,2 1 0,-1-1 0,1 0 0,0 0 0,0 0 0,1 0 0,0-9 0,0-1 0,-2-29 0,3 32 0,1 13 0,1 6 0,9 22 0,1 0 0,17 29 0,-1-5 0,-42-82 0,9 20 0,-1 0 0,0 1 0,0-1 0,-15-19 0,21 31 0,0 0 0,0 0 0,0 0 0,0 0 0,0 0 0,0 0 0,0-1 0,0 1 0,-1 0 0,1 0 0,0 0 0,0 0 0,0 0 0,0 0 0,0 0 0,0 0 0,0-1 0,0 1 0,0 0 0,0 0 0,0 0 0,-1 0 0,1 0 0,0 0 0,0 0 0,0 0 0,0 0 0,0 0 0,0 0 0,0 0 0,-1 0 0,1 0 0,0 0 0,0 0 0,0 0 0,0 0 0,0 0 0,0 0 0,0 0 0,-1 0 0,1 0 0,0 0 0,0 0 0,0 0 0,0 0 0,0 0 0,0 0 0,0 0 0,-1 0 0,1 0 0,0 0 0,0 0 0,0 1 0,0-1 0,0 0 0,0 0 0,0 0 0,0 0 0,0 0 0,0 0 0,0 0 0,0 0 0,0 1 0,-1-1 0,2 12 0,5 15 0,1-5 0,1-1 0,1 0 0,1-1 0,1 0 0,1 0 0,26 32 0,-24-38 0,-15-14 0,-7-8 0,-8-7 0,0 1 0,0 0 0,-2 1 0,1 1 0,-26-12 0,42 23 0,1 1 0,-1 0 0,1-1 0,0 1 0,-1 0 0,1 0 0,-1-1 0,0 1 0,1 0 0,-1 0 0,1 0 0,-1-1 0,1 1 0,-1 0 0,1 0 0,-1 0 0,0 0 0,1 0 0,-1 0 0,1 0 0,-1 0 0,1 1 0,-1-1 0,1 0 0,-1 0 0,0 0 0,1 0 0,-1 1 0,1 0 0,0 0 0,-1 0 0,1-1 0,0 1 0,1 0 0,-1 0 0,0 0 0,0 0 0,0-1 0,0 1 0,1 0 0,-1 0 0,0-1 0,1 1 0,-1 0 0,1 0 0,22 32 0,-12-22 0,0 0 0,1 0 0,1-1 0,0 0 0,14 7 0,-14-6 0,-14-9 0,-8-4 0,-8-5 0,-29-9 0,43 15 0,0 0 0,-1 0 0,1 1 0,0 0 0,-1-1 0,1 1 0,0 0 0,0 1 0,-1-1 0,1 0 0,-6 3 0,9-3 0,0 0 0,-1 0 0,1 0 0,0 0 0,0 0 0,-1 0 0,1 0 0,0 0 0,-1 0 0,1 1 0,0-1 0,0 0 0,-1 0 0,1 0 0,0 1 0,0-1 0,-1 0 0,1 0 0,0 1 0,0-1 0,0 0 0,-1 0 0,1 1 0,0-1 0,0 0 0,0 1 0,0-1 0,0 0 0,0 0 0,0 1 0,-1-1 0,1 0 0,0 1 0,9 8 0,14 2 0,-3-4 0,0-1 0,0-1 0,0-1 0,42 2 0,-84-7 0,21 1 0,0 0 0,0 0 0,1 0 0,-1-1 0,0 1 0,0 0 0,1 0 0,-1 0 0,0-1 0,0 1 0,1 0 0,-1-1 0,0 1 0,0-1 0,1 1 0,-1-1 0,1 1 0,-1-1 0,0 1 0,1-1 0,-1 1 0,1-1 0,-1 0 0,0 0 0,2 0 0,-1 1 0,0-1 0,1 1 0,-1-1 0,1 1 0,-1 0 0,0-1 0,1 1 0,-1 0 0,1-1 0,-1 1 0,1 0 0,-1-1 0,1 1 0,0 0 0,-1 0 0,1 0 0,-1 0 0,1 0 0,-1 0 0,1 0 0,-1-1 0,1 2 0,0-1 0,0 0 0,19-1 0,-18 1 0,84-4 0,-112 3 0,-75 2 0,101-1 0,0 1 0,0-1 0,0 0 0,0 0 0,0 0 0,0 0 0,1 0 0,-1 0 0,0 0 0,0 0 0,0 0 0,0 0 0,0 0 0,0 0 0,0 0 0,0 0 0,0 0 0,0 1 0,0-1 0,0 0 0,0 0 0,0 0 0,0 0 0,0 0 0,0 0 0,0 0 0,0 0 0,0 0 0,0 0 0,0 1 0,0-1 0,0 0 0,0 0 0,0 0 0,0 0 0,0 0 0,0 0 0,0 0 0,0 0 0,0 0 0,0 0 0,0 0 0,0 1 0,0-1 0,0 0 0,0 0 0,-1 0 0,1 0 0,0 0 0,0 0 0,0 0 0,0 0 0,0 0 0,0 0 0,0 0 0,0 0 0,0 0 0,0 0 0,0 0 0,-1 0 0,1 0 0,0 0 0,0 0 0,0 0 0,12 7 0,13 6 0,-4-5 0,32 10 0,-49-17 0,0-1 0,1 1 0,-1-1 0,0 0 0,0 0 0,0 0 0,0 0 0,0-1 0,1 0 0,-1 0 0,5-2 0,0 0 0,0 0 0,-1 1 0,1 0 0,0 0 0,0 1 0,19-1 0,-199-2 0,88-1 0,36 5 0,-51-8 0,84 8 0,12 0 0,-1 0 0,1 0 0,-1 0 0,1 0 0,-1 0 0,0-1 0,1 1 0,0-1 0,-1 0 0,1 0 0,-1 0 0,-3-2 0,9 2 0,-1-1 0,1 0 0,-1 1 0,1-1 0,-1 1 0,1 0 0,0 0 0,3-1 0,33-4 0,-28 4 0,1 0 0,18-5 0,-29 7 0,1 0 0,-1-1 0,0 1 0,0 0 0,0-1 0,0 1 0,0-1 0,1 0 0,-1 1 0,0-1 0,0 0 0,0 1 0,0-1 0,-1 0 0,1 0 0,0 0 0,0 0 0,0 0 0,-1 0 0,1 0 0,0-2 0,-1 1 0,0 0 0,0-1 0,0 1 0,0 0 0,-1 0 0,1 0 0,-1 0 0,1 0 0,-1 0 0,-2-4 0,-10-27 0,-17-69 0,23 76 0,5 20 0,0 0 0,0 0 0,1 0 0,0 0 0,0 0 0,0-7 0,0-71 0,3-52 0,0 132 0,1 12 0,1 13 0,4 15 0,1 17 0,-4 89 0,4-123 0,0-4 0,-5 3 0,-4-18 0,0-11 0,-1-2 0,-1 1 0,-5-24 0,-2-15 0,10 50 5,-1 1-1,0-1 0,0 1 0,0-1 1,-1 1-1,1-1 0,0 1 0,0-1 1,0 0-1,0 1 0,0-1 1,-1 1-1,1-1 0,0 1 0,0-1 1,-1 1-1,1 0 0,0-1 1,-1 1-1,1-1 0,-1 1 0,1 0 1,0-1-1,-1 1 0,1 0 0,-1-1 1,0 1-1,-14 2-1489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4:34.819"/>
    </inkml:context>
    <inkml:brush xml:id="br0">
      <inkml:brushProperty name="width" value="0.035" units="cm"/>
      <inkml:brushProperty name="height" value="0.035" units="cm"/>
      <inkml:brushProperty name="color" value="#F0F0F0"/>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8:23.248"/>
    </inkml:context>
    <inkml:brush xml:id="br0">
      <inkml:brushProperty name="width" value="0.035" units="cm"/>
      <inkml:brushProperty name="height" value="0.035" units="cm"/>
      <inkml:brushProperty name="color" value="#F0F0F0"/>
    </inkml:brush>
  </inkml:definitions>
  <inkml:trace contextRef="#ctx0" brushRef="#br0">59 400 24575,'0'-3'0,"0"-3"0,-1 0 0,2 0 0,-1 0 0,1 0 0,-1 0 0,2 0 0,-1 0 0,1 0 0,0 0 0,3-7 0,10-19 0,-11 21 0,1 0 0,1 0 0,12-19 0,60-75 0,-71 94 0,0 1 0,1 0 0,0 0 0,1 1 0,0 0 0,13-10 0,-14 16 0,-1 0 0,0 0 0,1 1 0,0 0 0,-1 0 0,1 1 0,0 0 0,0 1 0,0-1 0,0 1 0,11 2 0,-19-2 0,1 0 0,-1 0 0,0 0 0,0 0 0,0 0 0,1 0 0,-1 0 0,0 0 0,0 0 0,0 0 0,1 0 0,-1 0 0,0 0 0,0 0 0,0 0 0,1 0 0,-1 0 0,0 0 0,0 0 0,0 0 0,1 0 0,-1 1 0,0-1 0,0 0 0,0 0 0,0 0 0,1 0 0,-1 0 0,0 1 0,0-1 0,0 0 0,0 0 0,0 0 0,0 0 0,0 1 0,1-1 0,-1 0 0,0 0 0,0 0 0,0 1 0,0-1 0,0 0 0,0 0 0,0 0 0,0 1 0,-9 7 0,-16 5 0,16-11 0,-1 1 0,1 0 0,-1 1 0,1 0 0,0 0 0,0 1 0,1 0 0,-1 1 0,1 0 0,1 0 0,-1 0 0,-10 13 0,-58 69 0,38-38 0,25-30 0,7-11 0,0 1 0,1 0 0,1 1 0,-1-1 0,2 1 0,-1 0 0,-1 14 0,0-7 0,4-14 0,-1-1 0,1 1 0,0 0 0,1 0 0,-1 0 0,1 0 0,-1 0 0,1-1 0,0 1 0,1 0 0,-1 0 0,1 0 0,-1 0 0,1 0 0,2 6 0,4 14 0,-7-21 0,1 0 0,-1 0 0,1-1 0,0 1 0,-1 0 0,1 0 0,1-1 0,-1 1 0,0-1 0,3 5 0,-4-7 0,0 0 0,0 0 0,0 0 0,1 0 0,-1 1 0,0-1 0,0 0 0,0 0 0,0 0 0,0 0 0,0 0 0,0 0 0,0 0 0,1 0 0,-1 1 0,0-1 0,0 0 0,0 0 0,0 0 0,0 0 0,1 0 0,-1 0 0,0 0 0,0 0 0,0 0 0,0 0 0,1 0 0,-1 0 0,0 0 0,0 0 0,0 0 0,0 0 0,0 0 0,1 0 0,-1 0 0,0 0 0,0 0 0,0 0 0,0 0 0,0-1 0,1 1 0,-1 0 0,0 0 0,0 0 0,0 0 0,4-10 0,-2-13 0,-2 22 0,4-163 0,-3 152 0,2 0 0,0 0 0,8-22 0,2-8 0,-8 25 0,13-31 0,4-3 0,-56 77 0,25-18 0,-1 1 0,2 0 0,-1 1 0,1 0 0,1 0 0,0 1 0,-11 21 0,18-32 0,0 0 0,0 1 0,-1-1 0,1 0 0,0 1 0,0-1 0,0 0 0,0 1 0,-1-1 0,1 0 0,0 0 0,0 1 0,0-1 0,0 0 0,0 1 0,0-1 0,0 1 0,0-1 0,0 0 0,0 1 0,0-1 0,0 0 0,0 1 0,0-1 0,0 0 0,0 1 0,0-1 0,1 0 0,-1 1 0,0-1 0,10-4 0,10-16 0,3-18 0,-18 28 0,2-1 0,-1 1 0,1 0 0,17-17 0,-9 15 0,-14 11 0,-1 1 0,1-1 0,-1 1 0,1-1 0,0 1 0,0-1 0,-1 1 0,1 0 0,0-1 0,-1 1 0,1 0 0,0 0 0,0 0 0,0-1 0,-1 1 0,1 0 0,0 0 0,0 0 0,-1 0 0,2 1 0,-3 2 0,-1 0 0,0-1 0,1 1 0,-1 0 0,0 0 0,-1-1 0,1 1 0,-4 3 0,-19 20 0,3 2 0,0 1 0,1 1 0,2 0 0,-20 43 0,29-53 0,5-11 0,9-15 0,7-15 0,7-28 0,49-127 0,-66 175 0,12-26 0,-13 26 0,1 1 0,-1-1 0,1 0 0,-1 0 0,0 0 0,1 1 0,0-1 0,-1 0 0,1 0 0,-1 1 0,1-1 0,0 1 0,0-1 0,-1 0 0,1 1 0,0 0 0,0-1 0,0 1 0,-1-1 0,1 1 0,0 0 0,0-1 0,0 1 0,0 0 0,2 0 0,-3 0 0,0 0 0,0 0 0,1 0 0,-1 0 0,0 0 0,0 0 0,0 1 0,1-1 0,-1 0 0,0 0 0,0 0 0,0 0 0,1 0 0,-1 1 0,0-1 0,0 0 0,0 0 0,0 0 0,0 1 0,1-1 0,-1 0 0,0 0 0,0 0 0,0 1 0,0-1 0,0 0 0,0 0 0,0 1 0,0-1 0,0 0 0,0 0 0,0 1 0,0-1 0,0 0 0,0 0 0,0 0 0,0 1 0,0-1 0,0 1 0,-9 9 0,-13 7 0,22-17 0,-5 4 0,-1 0 0,0 0 0,-1-1 0,1 1 0,0-2 0,-1 1 0,0-1 0,-10 3 0,17-6 0,-1 1 0,1 0 0,-1-1 0,1 1 0,-1 0 0,0-1 0,1 1 0,-1-1 0,1 1 0,0-1 0,-1 1 0,1-1 0,-1 1 0,1-1 0,0 0 0,-1 1 0,1-1 0,0 0 0,0 1 0,-1-1 0,1 0 0,0 1 0,0-1 0,0 0 0,0 1 0,0-1 0,0 0 0,0 1 0,0-2 0,1-26 0,-1 24 0,1 1 0,-1 0 0,0 0 0,1 0 0,-1 0 0,1 0 0,0 0 0,0 0 0,0 0 0,0 0 0,1 1 0,-1-1 0,1 0 0,-1 1 0,1-1 0,0 1 0,0-1 0,0 1 0,4-3 0,-2 3 0,1-1 0,-1 0 0,1 1 0,0 0 0,0 0 0,0 1 0,0-1 0,0 1 0,0 0 0,6 0 0,13-3 0,-15 2 0,1 0 0,-1 1 0,1 0 0,-1 1 0,1 0 0,0 0 0,13 3 0,-22-2 0,-1-1 0,1 0 0,0 0 0,-1 0 0,1 1 0,-1-1 0,1 0 0,-1 0 0,1 1 0,-1-1 0,0 0 0,1 1 0,-1-1 0,1 1 0,-1-1 0,0 1 0,1-1 0,-1 1 0,0-1 0,1 1 0,-1-1 0,0 1 0,0-1 0,0 1 0,0-1 0,1 1 0,-1-1 0,0 1 0,0 0 0,0-1 0,0 1 0,0-1 0,0 1 0,0-1 0,0 1 0,-1 0 0,1-1 0,0 1 0,0-1 0,0 1 0,-1-1 0,1 1 0,0-1 0,0 1 0,-1-1 0,1 1 0,0-1 0,-1 1 0,1-1 0,-1 0 0,0 1 0,-1 2 0,0-1 0,0 1 0,-1-1 0,1 0 0,-1 0 0,1 0 0,-6 3 0,-4 0 0,0 0 0,-1-1 0,-23 5 0,30-8 0,0 0 0,1 0 0,0 0 0,-1 1 0,1 0 0,0 0 0,0 1 0,0-1 0,0 1 0,-8 6 0,13-9 0,0 0 0,0 0 0,-1 0 0,1 1 0,0-1 0,0 0 0,0 0 0,0 0 0,0 0 0,0 1 0,-1-1 0,1 0 0,0 0 0,0 0 0,0 1 0,0-1 0,0 0 0,0 0 0,0 0 0,0 1 0,0-1 0,0 0 0,0 0 0,0 1 0,0-1 0,0 0 0,0 0 0,0 0 0,0 1 0,0-1 0,0 0 0,1 0 0,-1 0 0,0 1 0,0-1 0,0 0 0,0 0 0,0 0 0,0 0 0,1 1 0,-1-1 0,12 2 0,13-7 0,-20 2 0,0-1 0,1 1 0,-1-2 0,-1 1 0,7-7 0,-11 11 0,1-1 0,-1 1 0,1-1 0,-1 0 0,1 1 0,-1-1 0,0 1 0,1-1 0,-1 0 0,0 1 0,0-1 0,1 0 0,-1 1 0,0-1 0,0 0 0,0 0 0,0 1 0,0-1 0,0 0 0,0 1 0,0-1 0,0-1 0,-1 2 0,0-1 0,1 0 0,-1 1 0,0-1 0,0 0 0,0 1 0,0-1 0,1 1 0,-1 0 0,0-1 0,0 1 0,0 0 0,0-1 0,0 1 0,0 0 0,0 0 0,0 0 0,0 0 0,0 0 0,0 0 0,-2 0 0,-1 1 0,0-1 0,0 1 0,0 0 0,0 0 0,0 0 0,0 0 0,0 1 0,1-1 0,-1 1 0,0 0 0,1 0 0,0 0 0,-1 1 0,1-1 0,0 1 0,0 0 0,0 0 0,1 0 0,-1 0 0,1 1 0,-1-1 0,1 0 0,0 1 0,1 0 0,-1 0 0,0-1 0,1 1 0,0 0 0,0 0 0,0 0 0,1 0 0,-1 5 0,1-1 0,-1 3 0,1 0 0,2 19 0,-2-28 0,0-1 0,0 1 0,1-1 0,-1 1 0,0 0 0,1-1 0,-1 1 0,1-1 0,-1 1 0,1-1 0,0 0 0,0 1 0,0-1 0,-1 0 0,1 1 0,1-1 0,-1 0 0,0 0 0,0 0 0,0 0 0,0 0 0,1 0 0,-1 0 0,1 0 0,-1-1 0,0 1 0,3 0 0,-4-1 0,1 0 0,0 0 0,-1 0 0,1 0 0,-1 0 0,1 0 0,0 0 0,-1 0 0,1 0 0,0 0 0,-1-1 0,1 1 0,-1 0 0,1 0 0,0-1 0,-1 1 0,1 0 0,-1-1 0,1 1 0,-1-1 0,1 1 0,-1-1 0,1 1 0,-1-1 0,1 0 0,7-20 0,-4-22 0,-4 42 6,0 0 0,0 0 0,0 0 0,0 0 0,0 0 0,0 0 0,0 0 0,-1 1 0,1-1 0,0 0 0,0 0 0,-1 0 0,1 0 0,0 0 0,-1 0 0,1 1 0,-1-1 0,1 0 0,-2-1 0,0 1-120,1 1 0,0-1-1,-1 1 1,1 0 0,-1-1 0,1 1-1,-1 0 1,1 0 0,-1 0 0,1 0-1,-1 0 1,-1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8:40.486"/>
    </inkml:context>
    <inkml:brush xml:id="br0">
      <inkml:brushProperty name="width" value="0.035" units="cm"/>
      <inkml:brushProperty name="height" value="0.035" units="cm"/>
      <inkml:brushProperty name="color" value="#F0F0F0"/>
    </inkml:brush>
  </inkml:definitions>
  <inkml:trace contextRef="#ctx0" brushRef="#br0">238 300 24575,'-1'-7'0,"-1"-1"0,0 1 0,0 0 0,0-1 0,-1 1 0,0 0 0,-6-9 0,-1-7 0,3 7 0,-1 1 0,0-1 0,-1 1 0,-16-20 0,6 13 0,12 13 0,0 1 0,0 0 0,-1 0 0,0 1 0,-14-9 0,-19-4 0,13 9 0,68 7 0,109 9 0,-139-6 0,-7 1 0,1 0 0,-1-1 0,0 1 0,0 0 0,0 1 0,1-1 0,2 1 0,-10 25 0,3 18 0,3 102 0,0-133 0,1-11 0,-2-3 0,-1 0 0,0 0 0,0 0 0,0 0 0,0 0 0,0 0 0,0 0 0,0 0 0,0 0 0,0 0 0,0 0 0,-1 0 0,1 0 0,0 0 0,-1 0 0,1 0 0,-1-2 0,-5-9 0,2-1 0,0-1 0,0 1 0,1 0 0,1-1 0,-1-17 0,3 16 0,0 8 0,-1 1 0,1-1 0,-1 1 0,-2-9 0,3 14 7,-1 0 0,0 1-1,1-1 1,-1 1 0,0-1-1,1 1 1,-1-1 0,0 1-1,0-1 1,1 1 0,-1 0-1,0-1 1,0 1 0,0 0-1,1 0 1,-1-1 0,0 1 0,0 0-1,-1 0 1,-13-5-1506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8:50.794"/>
    </inkml:context>
    <inkml:brush xml:id="br0">
      <inkml:brushProperty name="width" value="0.035" units="cm"/>
      <inkml:brushProperty name="height" value="0.035" units="cm"/>
      <inkml:brushProperty name="color" value="#F0F0F0"/>
    </inkml:brush>
  </inkml:definitions>
  <inkml:trace contextRef="#ctx0" brushRef="#br0">74 36 24575,'0'3'0,"0"0"0,0-1 0,0 1 0,-1 0 0,1 0 0,-1-1 0,-1 6 0,2-8 0,0 0 0,0 0 0,-1 1 0,1-1 0,0 0 0,0 1 0,0-1 0,-1 0 0,1 0 0,0 1 0,0-1 0,-1 0 0,1 0 0,0 0 0,-1 0 0,1 1 0,0-1 0,0 0 0,-1 0 0,1 0 0,0 0 0,-1 0 0,1 0 0,0 0 0,-1 0 0,0 0 0,-12-8 0,12 7 0,0-1 0,0 0 0,0 1 0,0-1 0,0 0 0,0 0 0,1 1 0,-1-1 0,1 0 0,-1 0 0,1 0 0,0 0 0,-1-2 0,1 3 0,0 0 0,0 0 0,0 0 0,0 0 0,0 0 0,0 0 0,0 0 0,0 0 0,0 0 0,-1 0 0,1 0 0,0 0 0,-1 0 0,1 0 0,-1 0 0,1 0 0,-1 0 0,0 1 0,1-1 0,-1 0 0,0 0 0,1 1 0,-1-1 0,0 0 0,0 1 0,0-1 0,0 1 0,0-1 0,0 1 0,1-1 0,-1 1 0,0 0 0,0-1 0,0 1 0,0 0 0,0 0 0,0 0 0,-1 0 0,1 0 0,-1 0 0,-11-1 0,25 0 0,22-1 0,-11 5-1365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9:20.854"/>
    </inkml:context>
    <inkml:brush xml:id="br0">
      <inkml:brushProperty name="width" value="0.035" units="cm"/>
      <inkml:brushProperty name="height" value="0.035" units="cm"/>
      <inkml:brushProperty name="color" value="#F0F0F0"/>
    </inkml:brush>
  </inkml:definitions>
  <inkml:trace contextRef="#ctx0" brushRef="#br0">1 1 24575,'1'5'0,"1"-1"0,0 1 0,0-1 0,1 1 0,-1-1 0,1 0 0,5 6 0,-5-6 0,69 117 0,-15-55 0,-48-56 0,0 0 0,1 0 0,0-1 0,22 15 0,-24-17 0,1-2 0,0 0 0,-1 0 0,2 0 0,-1-1 0,0 0 0,12 2 0,-11-1 0,-8-4 0,-1 0 0,1 0 0,-1-1 0,1 1 0,0 0 0,-1 0 0,1-1 0,0 1 0,-1-1 0,1 1 0,0-1 0,0 0 0,0 0 0,-1 0 0,1 0 0,0 0 0,3-1 0,-13-1-1365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9:25.309"/>
    </inkml:context>
    <inkml:brush xml:id="br0">
      <inkml:brushProperty name="width" value="0.035" units="cm"/>
      <inkml:brushProperty name="height" value="0.035" units="cm"/>
      <inkml:brushProperty name="color" value="#F0F0F0"/>
    </inkml:brush>
  </inkml:definitions>
  <inkml:trace contextRef="#ctx0" brushRef="#br0">1 147 24541,'95'1'0,"-67"91"0,3-183 0,65 93 0,-172-59 0,107-33 0,-109 144 0,1-112 0,105 150 0,-106-37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9:31.331"/>
    </inkml:context>
    <inkml:brush xml:id="br0">
      <inkml:brushProperty name="width" value="0.035" units="cm"/>
      <inkml:brushProperty name="height" value="0.035" units="cm"/>
      <inkml:brushProperty name="color" value="#F0F0F0"/>
    </inkml:brush>
  </inkml:definitions>
  <inkml:trace contextRef="#ctx0" brushRef="#br0">54 113 24575,'1'4'0,"1"1"0,0 0 0,0-1 0,1 1 0,-1-1 0,1 1 0,0-1 0,0 0 0,6 6 0,-4-3 0,6 8 0,-7-10 0,-1 0 0,1-1 0,-1 1 0,7 5 0,-18-32 0,-8-5 0,2 0 0,1-1 0,1 0 0,-9-31 0,16 44 0,2 7 0,13 19 0,57 61 0,-37-42 0,27 37 0,-65-75 0,1 1 0,-1 0 0,0 1 0,-1 0 0,-18-10 0,13 8 0,0-1 0,0 0 0,-13-13 0,14 13 0,17 19 0,16 21 0,11 11 0,15 21 0,-87-115 0,27 32 0,-1 1 0,-22-22 0,36 41 0,1-1 0,0 1 0,0 0 0,0 0 0,0 0 0,0-1 0,0 1 0,-1 0 0,1 0 0,0 0 0,0-1 0,0 1 0,-1 0 0,1 0 0,0 0 0,0 0 0,0-1 0,-1 1 0,1 0 0,0 0 0,0 0 0,-1 0 0,1 0 0,0 0 0,0 0 0,-1 0 0,1 0 0,0 0 0,0 0 0,-1 0 0,1 0 0,0 0 0,0 0 0,-1 0 0,1 0 0,0 0 0,0 0 0,-1 0 0,1 0 0,0 0 0,0 1 0,-1-1 0,1 0 0,0 0 0,0 15 0,9 16 0,-6-21 0,0 0 0,0 0 0,-1 0 0,1 10 0,-21-92 0,13 43 0,0-3 0,3 23 0,1 10 0,0 12 0,0-1 0,0 1 0,-5 13 0,3-14 0,1 1 0,0 0 0,0 14 0,2-10 0,-2-27 0,0-27 0,2 32 0,2-23 0,-2 28 0,0-1 0,0 1 0,0 0 0,0-1 0,0 1 0,0-1 0,1 1 0,-1 0 0,0-1 0,0 1 0,0-1 0,1 1 0,-1 0 0,0-1 0,0 1 0,1 0 0,-1-1 0,0 1 0,1 0 0,-1 0 0,0-1 0,1 1 0,-1 0 0,0 0 0,1 0 0,-1-1 0,1 1 0,-1 0 0,0 0 0,1 0 0,-1 0 0,1 0 0,-1 0 0,1 0 0,-1 0 0,0 0 0,1 0 0,-1 0 0,1 0 0,-1 0 0,1 0 0,-1 0 0,0 1 0,1-1 0,-1 0 0,0 0 0,1 0 0,-1 1 0,1-1 0,-1 0 0,0 0 0,1 1 0,-1-1 0,0 0 0,1 1 0,0 1 0,1-1 0,-1 1 0,1-1 0,-1 1 0,0 0 0,0 0 0,0 0 0,0 0 0,0 0 0,0 0 0,1 3 0,-2-3 0,1 1 0,0-1 0,0 0 0,0 0 0,0 0 0,0 0 0,1 0 0,-1 0 0,1 0 0,-1 0 0,4 2 0,1 1 0,1-1 0,0-1 0,0 1 0,0-1 0,1-1 0,12 4 0,48 6 0,-73-18 0,-19-7 0,11 6 0,0 1 0,-18-6 0,11 6-1365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9:38.851"/>
    </inkml:context>
    <inkml:brush xml:id="br0">
      <inkml:brushProperty name="width" value="0.035" units="cm"/>
      <inkml:brushProperty name="height" value="0.035" units="cm"/>
      <inkml:brushProperty name="color" value="#F0F0F0"/>
    </inkml:brush>
  </inkml:definitions>
  <inkml:trace contextRef="#ctx0" brushRef="#br0">0 353 24575,'4'1'0,"-1"-2"0,1 1 0,-1 0 0,1 0 0,-1-1 0,0 0 0,1 0 0,-1 0 0,0 0 0,0 0 0,0-1 0,0 1 0,4-4 0,0 2 0,-1-1 0,1 0 0,-1 0 0,0-1 0,-1 0 0,1 0 0,-1 0 0,0-1 0,0 1 0,6-11 0,-1 1 0,9-21 0,2-12 0,-17 34 0,1 0 0,0 0 0,12-21 0,-14 28-36,-1 1-1,0-1 0,0 0 1,-1 0-1,1 0 0,-1-1 1,-1 1-1,0 0 0,-1-14 1,1 4-963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0:59:44.899"/>
    </inkml:context>
    <inkml:brush xml:id="br0">
      <inkml:brushProperty name="width" value="0.035" units="cm"/>
      <inkml:brushProperty name="height" value="0.035" units="cm"/>
      <inkml:brushProperty name="color" value="#F0F0F0"/>
    </inkml:brush>
  </inkml:definitions>
  <inkml:trace contextRef="#ctx0" brushRef="#br0">1 210 24575,'3'-1'0,"1"1"0,-1 0 0,1-1 0,-1 0 0,0 0 0,1 0 0,-1 0 0,0-1 0,0 1 0,0-1 0,5-3 0,7-3 0,3 0 0,-16 7 0,1 1 0,0-1 0,-1 0 0,1 0 0,-1-1 0,0 1 0,1 0 0,-1-1 0,0 1 0,0-1 0,0 0 0,0 0 0,0 0 0,0 0 0,0 0 0,-1 0 0,3-5 0,0-1 0,0-1 0,1 1 0,0-1 0,0 1 0,12-13 0,-11 15 0,0-1 0,-1 0 0,8-13 0,12-16 0,-17 30 0,-4 7 0,-2 15 0,-1-5 0,0 1 0,0 0 0,-1-1 0,0 1 0,-1 0 0,-2 14 0,1-19 0,0 0 0,0-1 0,-1 1 0,0-1 0,0 0 0,0 0 0,-1 0 0,0 0 0,0-1 0,-6 7 0,-6 4 0,16-16 0,-1 0 0,1 0 0,0 0 0,0 0 0,0 0 0,0 0 0,0 0 0,0 0 0,0 0 0,0 0 0,-1 0 0,1 0 0,0 0 0,0 0 0,0 0 0,0 0 0,0 0 0,0 0 0,0 0 0,-1 0 0,1 0 0,0 0 0,0 0 0,0 0 0,0 0 0,0 0 0,0 0 0,0 0 0,0 0 0,0 0 0,-1 0 0,1 0 0,0-1 0,0 1 0,0 0 0,0 0 0,0 0 0,0 0 0,0 0 0,0 0 0,0 0 0,0 0 0,0 0 0,0-1 0,0 1 0,0 0 0,0 0 0,0 0 0,1-13 0,1 1 0,8-26 0,-9 36 0,-1 0 0,1-1 0,0 1 0,0 0 0,1 0 0,-1 0 0,0 0 0,1 0 0,0 0 0,-1 0 0,5-3 0,-6 5 0,-1 0 0,1 0 0,0 0 0,0 0 0,0 0 0,0 1 0,0-1 0,0 0 0,1 0 0,-1 0 0,0 0 0,0 0 0,0 0 0,0 1 0,0-1 0,0 0 0,0 0 0,0 0 0,0 0 0,0 0 0,0 0 0,0 0 0,0 0 0,0 1 0,1-1 0,-1 0 0,0 0 0,0 0 0,0 0 0,0 0 0,0 0 0,0 0 0,0 0 0,1 0 0,-1 0 0,0 0 0,0 0 0,0 0 0,0 0 0,0 0 0,0 0 0,1 0 0,-1 0 0,-8 12 0,-15 11 0,22-21 0,0-1 0,0 0 0,0 0 0,0 0 0,0 0 0,0 1 0,1-1 0,-1 0 0,1 1 0,-1-1 0,1 1 0,-1-1 0,1 1 0,0-1 0,-1 1 0,1-1 0,0 1 0,0 2 0,0-4 0,0 1 0,1-1 0,-1 0 0,0 1 0,0-1 0,0 0 0,1 1 0,-1-1 0,0 0 0,0 1 0,1-1 0,-1 0 0,0 0 0,0 1 0,1-1 0,-1 0 0,0 0 0,1 0 0,-1 0 0,0 1 0,1-1 0,-1 0 0,0 0 0,1 0 0,-1 0 0,1 0 0,-1 0 0,0 0 0,1 0 0,-1 0 0,1 0 0,15-5 0,9-13 0,-49 32 0,19-12 0,1 0 0,0 0 0,0 1 0,0 0 0,0 0 0,-4 3 0,48-27 0,-29 17 0,-7 7 0,-4-1 0,0-1 0,-1 0 0,1 0 0,0 0 0,-1 0 0,1 0 0,-1 0 0,1 1 0,-1-1 0,0 0 0,1 0 0,-1-1 0,0 1 0,-1 1 0,-14 19 0,16-21 0,0 0 0,0 0 0,0 0 0,0 0 0,0 0 0,0 1 0,0-1 0,-1 0 0,1 0 0,0 0 0,0 0 0,0 0 0,0 1 0,0-1 0,0 0 0,0 0 0,0 0 0,0 0 0,0 1 0,0-1 0,0 0 0,0 0 0,0 0 0,0 0 0,0 1 0,0-1 0,1 0 0,-1 0 0,0 0 0,0 0 0,0 0 0,0 1 0,0-1 0,0 0 0,0 0 0,0 0 0,1 0 0,-1 0 0,0 1 0,14-5 0,-4-2 0,12-4 0,-22 9 0,0 1 0,0 0 0,0 0 0,0 0 0,1 0 0,-1 0 0,0 0 0,0 0 0,0 0 0,0 0 0,0 0 0,1 0 0,-1 0 0,0 0 0,0 0 0,0 0 0,0 0 0,0 0 0,0 1 0,1-1 0,-1 0 0,0 0 0,0 0 0,0 0 0,0 0 0,0 0 0,0 0 0,1 0 0,-1 0 0,0 0 0,0 1 0,0-1 0,0 0 0,0 0 0,0 0 0,0 0 0,0 0 0,0 0 0,0 1 0,0-1 0,0 0 0,0 0 0,-4 14 0,3-13 0,1 0 0,-1 0 0,1 0 0,-1 0 0,0 0 0,1-1 0,-1 1 0,0 0 0,0 0 0,0-1 0,1 1 0,-1 0 0,0-1 0,0 1 0,-2 0 0,-1-3 0,6-10 0,-2 12 0,2-6 0,1 0 0,-2 0 0,1 0 0,1-12 0,-3 17 0,1 0 0,-1 1 0,0-1 0,0 0 0,0 0 0,-1 0 0,1 0 0,0 0 0,0 0 0,0 0 0,-1 1 0,1-1 0,0 0 0,-1 0 0,1 0 0,-1 0 0,1 1 0,-1-1 0,1 0 0,-1 1 0,1-1 0,-1 0 0,0 1 0,1-1 0,-1 1 0,0-1 0,0 1 0,1-1 0,-1 1 0,0-1 0,0 1 0,0 0 0,0-1 0,0 1 0,1 0 0,-1 0 0,0 0 0,0 0 0,0 0 0,0 0 0,-2 0 0,-1 0 0,1 0 0,-1 0 0,0 0 0,0 1 0,0 0 0,0-1 0,0 1 0,0 1 0,1-1 0,-1 1 0,0-1 0,1 1 0,0 0 0,-1 0 0,1 0 0,0 1 0,-5 4 0,6-2 0,8-7 0,10-7 0,-7 3 0,-9 11 0,-11 13 0,9-16 0,-7 8 0,14-18 0,3 0-1365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2:32.453"/>
    </inkml:context>
    <inkml:brush xml:id="br0">
      <inkml:brushProperty name="width" value="0.035" units="cm"/>
      <inkml:brushProperty name="height" value="0.035" units="cm"/>
      <inkml:brushProperty name="color" value="#F0F0F0"/>
    </inkml:brush>
  </inkml:definitions>
  <inkml:trace contextRef="#ctx0" brushRef="#br0">63 551 24575,'1'-19'0,"1"-1"0,7-28 0,1-20 0,-9 60 0,1 0 0,0-1 0,0 1 0,1 0 0,0 0 0,7-14 0,31-45 0,-25 43 0,-6 9 0,2 1 0,0 0 0,14-12 0,1-3 0,-16 19 0,1 0 0,0 0 0,0 1 0,1 0 0,0 2 0,1-1 0,16-6 0,19-3 0,-12 0 0,-28 15 0,35-10 0,-31 7 0,-20 3 0,-436 2 0,443 1 0,-1-1 0,0 0 0,0 0 0,1 1 0,-1-1 0,0 1 0,0-1 0,1 1 0,-1-1 0,0 1 0,1-1 0,-1 1 0,0-1 0,1 1 0,-1 0 0,1-1 0,-1 1 0,1 0 0,0 0 0,-1-1 0,1 1 0,0 0 0,-1 0 0,1 0 0,0-1 0,0 1 0,0 0 0,0 0 0,0 0 0,0 0 0,0 0 0,0 1 0,1 38 0,0-26 0,-6 121 0,4-115 0,2 106 0,-1-124 0,0-1 0,0 1 0,1 0 0,-1 0 0,0-1 0,1 1 0,-1 0 0,1-1 0,-1 1 0,1-1 0,0 1 0,0-1 0,1 3 0,-2-4 0,1 0 0,-1 0 0,0 0 0,0 1 0,1-1 0,-1 0 0,0 0 0,0 0 0,0 0 0,1 0 0,-1 0 0,0 0 0,0 0 0,1 0 0,-1 0 0,0 0 0,0 0 0,1 0 0,-1 0 0,0 0 0,0 0 0,0 0 0,1 0 0,-1 0 0,0-1 0,0 1 0,0 0 0,1 0 0,-1 0 0,0 0 0,0 0 0,1-1 0,7-12 0,7-30 0,-12 33 0,0 0 0,0 1 0,9-17 0,-3 12 0,1 1 0,0 0 0,17-16 0,18-24 0,-33 37 0,0 1 0,28-24 0,-6 6 0,-33 32 0,0 0 0,1 0 0,-1 0 0,0 0 0,1 0 0,-1 1 0,0-1 0,1 0 0,-1 1 0,1-1 0,0 1 0,-1-1 0,1 1 0,-1 0 0,1 0 0,0-1 0,-1 1 0,1 0 0,-1 1 0,4-1 0,19-1 0,-65-3 0,-230 4 0,360 7 0,6 0 0,-69-5 0,-22 2 0,-17 1 0,-5-2 0,10-2 0,0 0 0,0 1 0,0 0 0,1 0 0,-1 0 0,1 1 0,0 0 0,0 1 0,-13 8 0,16-6 0,10-5 0,12-10 0,1-11 0,-18 19 0,0 0 0,0 0 0,0-1 0,0 1 0,0 0 0,0-1 0,-1 1 0,1 0 0,-1-1 0,1 1 0,-1-1 0,1 1 0,-1-1 0,0 1 0,0-3 0,-1 3 0,-1 0 0,0 0 0,1 0 0,-1 0 0,0 0 0,0 0 0,0 1 0,0-1 0,0 1 0,0-1 0,0 1 0,0 0 0,0 0 0,0 0 0,-2 0 0,-2 0 0,-150-18 0,156 18 0,-1 0 0,1 0 0,0 0 0,0 0 0,-1 0 0,1-1 0,0 1 0,0 0 0,-1 0 0,1 0 0,0 0 0,0 0 0,-1 0 0,1 0 0,0 0 0,0 0 0,-1 0 0,1 1 0,0-1 0,0 0 0,-1 0 0,1 0 0,0 0 0,0 0 0,-1 0 0,1 0 0,0 1 0,0-1 0,0 0 0,-1 0 0,1 0 0,0 1 0,0-1 0,0 0 0,6 8 0,20 10 0,-23-16 0,12 8 0,-5-3 0,0 0 0,21 10 0,-29-16 0,1 0 0,-1 0 0,0 0 0,1-1 0,-1 1 0,0-1 0,1 1 0,-1-1 0,1 0 0,-1 0 0,1 0 0,-1 0 0,0 0 0,1 0 0,-1-1 0,1 1 0,-1-1 0,0 0 0,1 0 0,2-1 0,-5 2 0,1 0 0,-1-1 0,1 1 0,-1 0 0,0 0 0,1 0 0,-1 0 0,0 0 0,1-1 0,-1 1 0,0 0 0,0 0 0,1-1 0,-1 1 0,0 0 0,0-1 0,1 1 0,-1 0 0,0 0 0,0-1 0,0 1 0,1 0 0,-1-1 0,0 1 0,0-1 0,0 1 0,0 0 0,0-1 0,0 1 0,0 0 0,0-1 0,0 1 0,0-1 0,0 1 0,-12-6 0,-18 3 0,25 4 0,-2-2 0,-1 2 0,0-1 0,0 1 0,0 1 0,-8 1 0,15-2 0,0-1 0,0 0 0,0 1 0,0-1 0,0 0 0,0 1 0,0 0 0,0-1 0,1 1 0,-1 0 0,0-1 0,0 1 0,0 0 0,1 0 0,-1-1 0,0 1 0,1 0 0,-1 0 0,1 0 0,-1 0 0,1 0 0,-1 0 0,1 0 0,0 0 0,-1 0 0,1 0 0,0 0 0,0 1 0,0-1 0,0 0 0,0 0 0,0 0 0,0 0 0,0 0 0,0 0 0,0 0 0,1 0 0,-1 0 0,1 0 0,-1 0 0,0 0 0,1 0 0,0 0 0,-1 0 0,1 0 0,1 1 0,-2-1 0,1 0 0,-1 0 0,1-1 0,-1 1 0,1 0 0,-1-1 0,1 1 0,-1-1 0,1 1 0,0-1 0,-1 1 0,1-1 0,0 1 0,0-1 0,-1 0 0,1 1 0,0-1 0,0 0 0,0 0 0,-1 1 0,1-1 0,0 0 0,0 0 0,0 0 0,1 0 0,0-1 0,1 1 0,-1-1 0,1 1 0,-1-1 0,0 0 0,1 0 0,-1 0 0,4-2 0,1-2 0,-1 0 0,1 0 0,-1 0 0,8-9 0,-13 12 0,1 1 0,-1-1 0,0 0 0,0 0 0,0 1 0,0-1 0,0 0 0,0 0 0,-1 0 0,1 0 0,0-4 0,-1 6 0,0 0 0,0-1 0,0 1 0,0 0 0,0-1 0,0 1 0,0 0 0,0 0 0,0-1 0,0 1 0,-1 0 0,1 0 0,0-1 0,0 1 0,0 0 0,0 0 0,0-1 0,0 1 0,-1 0 0,1 0 0,0 0 0,0-1 0,0 1 0,-1 0 0,1 0 0,0 0 0,0 0 0,-1-1 0,1 1 0,-1 0 0,-15 4 0,11-2 0,0 1 0,0 0 0,0 1 0,0-1 0,1 1 0,-1 0 0,1 0 0,0 0 0,0 1 0,0 0 0,-4 7 0,0 2 0,2 1 0,-11 30 0,12-31 0,2-8 0,0 1 0,1 0 0,0 0 0,0 0 0,1 0 0,0 1 0,0-1 0,1 14 0,0-21 0,0 0 0,0 1 0,0-1 0,0 0 0,0 1 0,0-1 0,0 0 0,0 1 0,1-1 0,-1 0 0,0 1 0,0-1 0,0 0 0,0 1 0,1-1 0,-1 0 0,0 0 0,0 1 0,1-1 0,-1 0 0,0 0 0,1 0 0,-1 1 0,0-1 0,1 0 0,-1 0 0,0 0 0,1 0 0,-1 0 0,0 0 0,1 0 0,-1 1 0,1-1 0,14-5 0,11-12 0,-13 3 0,-1-1 0,0-1 0,9-17 0,-5 9 0,-14 21 0,9-17 0,-11 20 0,1 0 0,-1 0 0,0 0 0,0 0 0,0 0 0,0 0 0,0 0 0,0 0 0,0 0 0,0 0 0,0 0 0,0 0 0,0 0 0,0-1 0,0 1 0,0 0 0,0 0 0,0 0 0,0 0 0,0 0 0,0 0 0,0 0 0,0 0 0,0 0 0,0 0 0,-1 0 0,1 0 0,0 0 0,0 0 0,0-1 0,0 1 0,0 0 0,0 0 0,0 0 0,0 0 0,0 0 0,0 0 0,0 0 0,0 0 0,0 0 0,0 0 0,0 0 0,0 0 0,0 0 0,-1 0 0,1 0 0,0 0 0,0 0 0,0 0 0,0 0 0,0 0 0,0 0 0,0 0 0,0 0 0,0 0 0,0 0 0,0 0 0,0 0 0,0 0 0,-1 0 0,1 0 0,0 0 0,0 0 0,0 0 0,-12 7 0,-1 3 0,1 1 0,-1-1 0,2 2 0,-16 18 0,16-11 0,-5 6 0,18-28 0,0 0 0,0-1 0,0 0 0,0 1 0,2-8 0,2-6 0,-4 12 0,54-101 0,-48 93 0,0 1 0,1 1 0,0-1 0,0 1 0,1 1 0,14-12 0,6 8 0,-14 12 0,-16 2 0,0 1 0,1-1 0,-1 0 0,0 0 0,1 0 0,-1 1 0,0-1 0,1 0 0,-1 0 0,0 1 0,0-1 0,1 0 0,-1 0 0,0 1 0,0-1 0,0 0 0,1 1 0,-1-1 0,0 0 0,0 1 0,0-1 0,0 0 0,0 1 0,0-1 0,0 1 0,0-1 0,0 0 0,0 1 0,0-1 0,0 0 0,0 1 0,0-1 0,0 1 0,0-1 0,0 1 0,-2 2 0,0 1 0,-1 0 0,1-1 0,-1 1 0,0-1 0,0 0 0,0 0 0,0 0 0,0 0 0,-6 3 0,-3 4 0,2-1 0,1 1 0,1 0 0,0 0 0,0 1 0,1 0 0,0 1 0,1-1 0,-8 20 0,14-30 0,0-1 0,-1 0 0,1 1 0,0-1 0,0 0 0,0 1 0,0-1 0,0 0 0,-1 0 0,1 1 0,0-1 0,0 0 0,0 1 0,0-1 0,0 1 0,0-1 0,0 0 0,0 1 0,0-1 0,0 0 0,0 1 0,1-1 0,-1 0 0,0 1 0,0-1 0,0 0 0,0 0 0,0 1 0,1-1 0,-1 0 0,0 1 0,0-1 0,0 0 0,1 0 0,-1 1 0,0-1 0,1 0 0,-1 0 0,15-2 0,15-15 0,1-14 0,-25 25 0,0-1 0,0 1 0,0 0 0,1 1 0,0 0 0,13-8 0,-74 28 0,46-11 0,0 0 0,0 1 0,0 0 0,-7 6 0,12-8 0,-1 0 0,1 1 0,1-1 0,-1 1 0,0 0 0,1-1 0,0 1 0,0 0 0,0 0 0,-1 6 0,-2 3 0,-1 3 0,0 0 0,1 1 0,1-1 0,1 1 0,0 0 0,0 23 0,3 87-1365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2:53.209"/>
    </inkml:context>
    <inkml:brush xml:id="br0">
      <inkml:brushProperty name="width" value="0.035" units="cm"/>
      <inkml:brushProperty name="height" value="0.035" units="cm"/>
      <inkml:brushProperty name="color" value="#F0F0F0"/>
    </inkml:brush>
  </inkml:definitions>
  <inkml:trace contextRef="#ctx0" brushRef="#br0">1 32 24575,'14'1'0,"0"1"0,-1 0 0,1 1 0,0 0 0,19 8 0,1 0 0,-16-4 0,-1-1 0,0 2 0,0 0 0,-1 2 0,0-1 0,-1 2 0,0 0 0,0 1 0,-1 0 0,-1 1 0,0 1 0,13 17 0,-13-13 0,14 26 0,-23-35 0,0-1 0,-1 1 0,0 0 0,-1 0 0,0 1 0,1 11 0,-2-17 0,5 41 0,8 45 0,22 42 0,-32-123 0,-1-17 0,0-17 0,-2-90 0,-2-61 0,-2 160 0,-1 0 0,0 1 0,-1 0 0,-1 0 0,-11-21 0,11 22 0,-23-33 0,23 38 0,0 1 0,1-1 0,0 0 0,-7-17 0,12 26 0,0 0 0,0 0 0,1 1 0,-1-1 0,0 0 0,0 0 0,0 0 0,0 0 0,1 0 0,-1 0 0,0 0 0,0 0 0,0 1 0,1-1 0,-1 0 0,0 0 0,0 0 0,0 0 0,1 0 0,-1 0 0,0 0 0,0 0 0,0 0 0,1 0 0,-1 0 0,0 0 0,0-1 0,0 1 0,0 0 0,1 0 0,-1 0 0,0 0 0,0 0 0,0 0 0,0 0 0,1 0 0,-1-1 0,0 1 0,0 0 0,0 0 0,0 0 0,0 0 0,0-1 0,1 1 0,-1 0 0,0 0 0,0 0 0,0 0 0,0-1 0,0 1 0,0 0 0,0 0 0,0 0 0,0-1 0,0 1 0,0 0 0,0 0 0,0 0 0,0-1 0,0 1 0,0 0 0,0 0 0,14 10 0,102 137 0,-116-147 0,1 1 0,-1-1 0,0 0 0,0 0 0,0 1 0,0-1 0,1 0 0,-1 1 0,0-1 0,0 0 0,1 0 0,-1 0 0,0 1 0,1-1 0,-1 0 0,0 0 0,0 0 0,1 0 0,-1 1 0,0-1 0,1 0 0,-1 0 0,0 0 0,1 0 0,-1 0 0,1 0 0,-1 0 0,0 0 0,1 0 0,-1 0 0,1 0 0,3-11 0,-4-22 0,0 28 0,0-16 0,-1 1 0,-5-22 0,5 36 0,0 0 0,-1 0 0,1 0 0,-1 0 0,-1 0 0,1 0 0,-1 1 0,0-1 0,-1 1 0,1 0 0,-6-6 0,7 9 0,-1 0 0,1 0 0,-1 1 0,0 0 0,1-1 0,-1 1 0,0 0 0,0 0 0,0 0 0,0 1 0,-4-1 0,6 0 0,1 1 0,-1 0 0,0 0 0,0 0 0,1 0 0,-1 0 0,0 0 0,0 1 0,1-1 0,-1 0 0,0 0 0,0 0 0,1 1 0,-1-1 0,0 0 0,1 1 0,-1-1 0,0 1 0,0 0 0,1 0 0,-1-1 0,1 1 0,0 0 0,-1 0 0,1-1 0,0 1 0,0 0 0,0 0 0,0 0 0,0-1 0,0 1 0,0 0 0,0 0 0,0 0 0,0-1 0,0 1 0,0 0 0,1 0 0,-1 0 0,0-1 0,1 1 0,0 1 0,-1-1 0,1 0 0,-1-1 0,1 1 0,0-1 0,-1 1 0,1-1 0,-1 1 0,1-1 0,0 1 0,0-1 0,-1 1 0,1-1 0,0 0 0,0 0 0,-1 1 0,1-1 0,0 0 0,0 0 0,0 0 0,0 0 0,-1 0 0,1 0 0,0 0 0,0 0 0,0 0 0,0 0 0,-1 0 0,1-1 0,0 1 0,0 0 0,-1-1 0,1 1 0,1-1 0,-1 1 0,0-1 0,0 1 0,1-1 0,-1 1 0,0-1 0,0 0 0,0 1 0,0-1 0,0 0 0,0 0 0,0 1 0,0-1 0,-1 0 0,1 0 0,0 0 0,0 0 0,-1 0 0,1-1 0,-1 1 0,1 0 0,-1 0 0,1-1 0,-1 1 0,0 1 0,-1-1 0,1 1 0,0-1 0,-1 1 0,1 0 0,0-1 0,-1 1 0,1 0 0,0-1 0,-1 1 0,1 0 0,-1 0 0,1-1 0,-1 1 0,1 0 0,0 0 0,-1 0 0,1 0 0,-1-1 0,1 1 0,-1 0 0,1 0 0,-1 0 0,1 0 0,-1 0 0,1 0 0,-1 0 0,-20 1 0,17-1 0,-50 1 0,-83-2 0,101-5 0,28 4 0,0 0 0,0 1 0,-13-1 0,-26 1 0,-50 2 0,92 2 0,11 2 0,13 1 0,15-3-1365,-27-1-5461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3:39.827"/>
    </inkml:context>
    <inkml:brush xml:id="br0">
      <inkml:brushProperty name="width" value="0.035" units="cm"/>
      <inkml:brushProperty name="height" value="0.035" units="cm"/>
      <inkml:brushProperty name="color" value="#F0F0F0"/>
    </inkml:brush>
  </inkml:definitions>
  <inkml:trace contextRef="#ctx0" brushRef="#br0">362 384 24575,'-13'-20'0,"4"9"0,-7-20 0,-25-32 0,16 25 0,19 31 0,0-1 0,1 1 0,-8-14 0,10 14 0,-1 0 0,-1 1 0,1-1 0,-1 1 0,0 0 0,-7-7 0,-5 0 0,-1 0 0,0 1 0,0 0 0,-23-9 0,22 14 0,15 7 0,1-1 0,0 0 0,0 0 0,0-1 0,-1 1 0,1-1 0,0 1 0,1-1 0,-1 0 0,0 0 0,0 0 0,-3-4 0,6 6 0,0-1 0,0 1 0,0 0 0,-1 0 0,1 0 0,0 0 0,0 0 0,0 0 0,0-1 0,0 1 0,0 0 0,0 0 0,0 0 0,0 0 0,0 0 0,0 0 0,0-1 0,0 1 0,0 0 0,0 0 0,0 0 0,1 0 0,-1 0 0,0 0 0,0-1 0,0 1 0,0 0 0,0 0 0,0 0 0,0 0 0,0 0 0,0 0 0,0 0 0,1 0 0,-1-1 0,0 1 0,0 0 0,0 0 0,0 0 0,0 0 0,0 0 0,0 0 0,1 0 0,-1 0 0,0 0 0,11-2 0,9 3 0,31 8 0,-29-5 0,0 0 0,37 0 0,129-4 0,-229 11 0,9-3 0,-39 6 0,63-13 0,1-1 0,-1 1 0,1-1 0,-1-1 0,0 1 0,1-1 0,-9-3 0,16 5 0,-1-1 0,1 0 0,0 0 0,-1 0 0,1 0 0,0 0 0,-1 0 0,1 0 0,0-1 0,-1 1 0,1 0 0,0 0 0,0 0 0,-1 0 0,1 0 0,0 0 0,-1 0 0,1-1 0,0 1 0,0 0 0,-1 0 0,1 0 0,0-1 0,0 1 0,-1 0 0,1 0 0,0-1 0,0 1 0,0 0 0,0-1 0,-1 1 0,1 0 0,0 0 0,0-1 0,0 1 0,0 0 0,0-1 0,0 1 0,0 0 0,0-1 0,0 1 0,0 0 0,0-1 0,0 1 0,0 0 0,0-1 0,0 1 0,0 0 0,0-1 0,1 1 0,19-14 0,33-7 0,-52 21 0,0 0 0,0-1 0,0 1 0,0 0 0,0 0 0,0 0 0,0 0 0,0-1 0,0 1 0,1 1 0,-1-1 0,0 0 0,0 0 0,1 1 0,-4 1 0,-9-1 0,-148-5 0,150 4 0,0 0 0,1 0 0,-1 0 0,0-1 0,0 0 0,0 0 0,-16-6 0,64 3 0,-25 3 0,-16-2 0,-21-2 0,37 8 0,1-1 0,-1 2 0,0 0 0,0 0 0,19 10 0,17 4 0,-39-14 0,0 1 0,0 0 0,-1 0 0,0 1 0,0 0 0,0 1 0,11 10 0,-16-12 0,-1 1 0,1-1 0,-1 1 0,-1 0 0,5 10 0,-6-14 0,-1 1 0,0-1 0,0 1 0,0 0 0,0 0 0,0 0 0,-1-1 0,1 1 0,-1 0 0,0 0 0,0 0 0,0 0 0,0 0 0,-1 0 0,1 0 0,-1 2 0,0-4 0,1-1 0,0 1 0,-1-1 0,1 0 0,0 1 0,-1-1 0,1 0 0,-1 1 0,1-1 0,-1 0 0,1 1 0,-1-1 0,1 0 0,0 0 0,-1 0 0,1 0 0,-1 1 0,0-1 0,1 0 0,-1 0 0,1 0 0,-1 0 0,1 0 0,-1 0 0,1 0 0,-1 0 0,1 0 0,-1-1 0,1 1 0,-1 0 0,1 0 0,-1 0 0,1-1 0,-1 1 0,1 0 0,0 0 0,-1-1 0,1 1 0,-1 0 0,1-1 0,-1 0 0,-22-17 0,18 13 0,-56-52 0,44 41 0,7 8 0,8 6 0,-1 1 0,1-1 0,0 1 0,0-1 0,0 0 0,0 0 0,0 0 0,1 0 0,-1 0 0,1 0 0,-3-3 0,5 4 0,0 1 0,0-1 0,-1 1 0,1 0 0,0-1 0,0 1 0,0 0 0,0-1 0,-1 1 0,1 0 0,0 0 0,0 0 0,0 0 0,0 0 0,0 0 0,0 0 0,-1 0 0,2 0 0,19 1 0,-10 3-1365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3:49.031"/>
    </inkml:context>
    <inkml:brush xml:id="br0">
      <inkml:brushProperty name="width" value="0.035" units="cm"/>
      <inkml:brushProperty name="height" value="0.035" units="cm"/>
      <inkml:brushProperty name="color" value="#F0F0F0"/>
    </inkml:brush>
  </inkml:definitions>
  <inkml:trace contextRef="#ctx0" brushRef="#br0">1 0 24575,'2'2'0,"1"-1"0,0 1 0,-1 0 0,1 0 0,-1 0 0,0 0 0,0 0 0,0 1 0,0-1 0,0 0 0,0 1 0,1 4 0,4 1 0,0 2 0,0 0 0,-1 1 0,0 0 0,0 0 0,-1 0 0,4 14 0,-5-12 0,21 62 0,-22-65 0,1 1 0,-2 0 0,1 0 0,-2 0 0,2 18 0,-3-20-1365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4:13.127"/>
    </inkml:context>
    <inkml:brush xml:id="br0">
      <inkml:brushProperty name="width" value="0.035" units="cm"/>
      <inkml:brushProperty name="height" value="0.035" units="cm"/>
      <inkml:brushProperty name="color" value="#F0F0F0"/>
    </inkml:brush>
  </inkml:definitions>
  <inkml:trace contextRef="#ctx0" brushRef="#br0">518 488 24575,'-29'-1'0,"0"-2"0,0-1 0,-31-8 0,51 10 0,1 1 0,1-1 0,-1 0 0,1 0 0,0 0 0,0-1 0,0 0 0,-13-8 0,19 10 0,-14-9 0,1 0 0,0 0 0,0-2 0,-14-16 0,-9-9 0,23 24 0,1 0 0,-15-21 0,12 11 0,1-1 0,-17-35 0,-13-34 0,43 86 0,1 1 0,0 0 0,1-1 0,-1-8 0,2-1 0,1 15 0,0 6 0,6 25 0,4 40 0,-8-41 0,15 53 0,0-18 0,-14-44 0,0-1 0,1 0 0,1 0 0,1-1 0,18 33 0,-22-47 0,-2 1 0,1-1 0,0 0 0,0 0 0,0 0 0,1-1 0,6 6 0,-24-37 0,7 13 0,-11-18 0,6 13 0,1 0 0,1-1 0,-12-37 0,21 56 0,0 0 0,1 0 0,-1 0 0,1 1 0,0-1 0,0 0 0,0 0 0,0 0 0,0 0 0,0 1 0,0-1 0,0 0 0,2-3 0,-2 5 0,0-1 0,0 1 0,0 0 0,0 0 0,1 0 0,-1 0 0,0 0 0,0-1 0,0 1 0,1 0 0,-1 0 0,0 0 0,0 0 0,0 0 0,1 0 0,-1 0 0,0 0 0,0 0 0,0 0 0,1 0 0,-1 0 0,0 0 0,0 0 0,1 0 0,-1 0 0,0 0 0,0 0 0,0 0 0,1 0 0,-1 0 0,0 0 0,0 0 0,0 1 0,1-1 0,12 12 0,15 26 0,2-2 0,65 60 0,-26-48 0,-69-48 0,0 0 0,0 0 0,0 0 0,0 0 0,0 0 0,0 0 0,0 0 0,0 0 0,0 0 0,0 0 0,0 0 0,0 0 0,0 0 0,0 0 0,0 0 0,-1 1 0,1-1 0,0 0 0,0 0 0,0 0 0,0 0 0,0 0 0,0 0 0,0 0 0,0 0 0,0 0 0,0 0 0,0 0 0,0 0 0,0 0 0,0 0 0,0 0 0,0 0 0,0 1 0,0-1 0,0 0 0,0 0 0,0 0 0,0 0 0,0 0 0,0 0 0,0 0 0,0 0 0,0 0 0,0 0 0,0 0 0,1 0 0,-1 0 0,0 0 0,0 0 0,0 0 0,0 0 0,0 0 0,0 1 0,-10-4 0,-11-4 0,-23-16 0,-50-34 0,71 43 0,7 3 0,-8-3 0,18 10 0,9 4 0,192 90 0,-130-57 0,-65-33 0,1 0 0,0 0 0,0 1 0,0-1 0,0 1 0,0-1 0,-1 0 0,1 1 0,0-1 0,0 1 0,-1 0 0,1-1 0,0 1 0,-1 0 0,1-1 0,0 1 0,-1 0 0,1-1 0,-1 1 0,1 1 0,-1-1 0,-1-1 0,0 1 0,1-1 0,-1 0 0,1 1 0,-1-1 0,0 0 0,1 1 0,-1-1 0,1 0 0,-1 0 0,0 0 0,0 1 0,1-1 0,-1 0 0,0 0 0,1 0 0,-1 0 0,-1 0 0,-42-3 0,42 3 0,-33-4 0,0-2 0,0-2 0,0 0 0,-44-19 0,75 25 0,1 0 0,-1 0 0,1 0 0,0 0 0,0-1 0,0 1 0,-5-6 0,34 18 0,71 47 0,-96-57 0,-1 0 0,0 0 0,0 0 0,0 0 0,0 0 0,0 0 0,0 0 0,0 0 0,0 0 0,1 1 0,-1-1 0,0 0 0,0 0 0,0 0 0,0 0 0,0 0 0,0 0 0,0 0 0,0 0 0,0 0 0,0 0 0,1 0 0,-1 0 0,0 0 0,0 0 0,0 0 0,0 1 0,0-1 0,0 0 0,0 0 0,0 0 0,0 0 0,0 0 0,0 0 0,0 0 0,0 0 0,0 1 0,0-1 0,0 0 0,0 0 0,0 0 0,0 0 0,0 0 0,0 0 0,0 0 0,0 0 0,0 1 0,0-1 0,0 0 0,0 0 0,0 0 0,0 0 0,0 0 0,0 0 0,0 0 0,-1 0 0,1 0 0,0 0 0,0 0 0,0 1 0,0-1 0,0 0 0,0 0 0,0 0 0,0 0 0,-11 1 0,-15-4 0,-9-4 0,21 3 0,0 1 0,-28-2 0,82 27 0,-35-20 0,0-1 0,0 0 0,0 0 0,0 0 0,0 0 0,0-1 0,5 0 0,-9 0 0,0 0 0,0 0 0,0 0 0,-1 0 0,1 0 0,0 0 0,0 0 0,0 0 0,0-1 0,-1 1 0,1 0 0,0-1 0,0 1 0,0 0 0,-1-1 0,1 1 0,0-1 0,-1 1 0,1-1 0,0 0 0,-1 1 0,1-1 0,-1 0 0,1 1 0,-1-1 0,1 0 0,-1 1 0,0-1 0,1 0 0,-1 0 0,0 0 0,1 0 0,-1 1 0,0-1 0,0 0 0,0 0 0,0 0 0,0 0 0,0 1 0,0-1 0,0 0 0,0 0 0,0 0 0,-1 0 0,1 0 0,0 1 0,-1-1 0,1 0 0,0 0 0,-1-1 0,-3-4 0,-1-1 0,1 1 0,-1-1 0,0 1 0,0 1 0,-1-1 0,-7-5 0,-1-2 0,8 7 0,2 2 0,-1 0 0,1-1 0,0 1 0,0-1 0,0 0 0,1 0 0,0-1 0,-4-6 0,13 27 0,-1-1 0,2 1 0,0-1 0,1 0 0,13 19 0,-21-33 0,0 0 0,1 0 0,-1 0 0,0 0 0,0 0 0,0 0 0,0 1 0,0-1 0,0 0 0,0 0 0,0 0 0,0 0 0,0 0 0,0 0 0,1 0 0,-1 0 0,0 0 0,0 0 0,0 0 0,0 0 0,0 0 0,0 0 0,0 0 0,1 0 0,-1 1 0,0-1 0,0 0 0,0 0 0,0 0 0,0 0 0,0-1 0,1 1 0,-1 0 0,0 0 0,0 0 0,0 0 0,0 0 0,0 0 0,0 0 0,0 0 0,1 0 0,-1 0 0,0 0 0,0 0 0,0 0 0,0 0 0,0 0 0,0-1 0,0 1 0,0 0 0,0 0 0,0 0 0,1 0 0,-1 0 0,0 0 0,0 0 0,0 0 0,0-1 0,0 1 0,0 0 0,0 0 0,2-14 0,-3-16 0,-2-19 0,1 8 0,-2 1 0,-2-1 0,-13-49 0,11 72 0,6 16 0,1-1 0,-1 0 0,1 1 0,0-1 0,0 0 0,0 1 0,0-6 0,-1 2 0,1-1 0,0 0 0,1 0 0,-1 0 0,1 0 0,1-1 0,0 1 0,0 0 0,0 1 0,1-1 0,2-8 0,-4 14 0,0 1 0,0 0 0,0 0 0,0 0 0,0 0 0,0 0 0,1-1 0,-1 1 0,0 0 0,0 0 0,0 0 0,0 0 0,0 0 0,0-1 0,0 1 0,0 0 0,0 0 0,0 0 0,1 0 0,-1 0 0,0 0 0,0 0 0,0 0 0,0 0 0,0-1 0,1 1 0,-1 0 0,0 0 0,0 0 0,0 0 0,0 0 0,0 0 0,1 0 0,-1 0 0,0 0 0,0 0 0,0 0 0,0 0 0,0 0 0,1 0 0,-1 0 0,0 0 0,0 0 0,0 1 0,0-1 0,0 0 0,1 0 0,-1 0 0,0 0 0,0 0 0,6 10 0,0 13 0,-3-1 0,1 1 0,9 30 0,-10-47 0,0-1 0,1 1 0,-1-1 0,1 1 0,8 8 0,-4-6 0,0 1 0,12 17 0,-14-18 0,0 0 0,0 0 0,1 0 0,11 9 0,0-1 0,19 21 0,-26-24 0,1-1 0,1 0 0,0-1 0,15 10 0,8 3 0,-25-16 0,0 0 0,1-1 0,19 9 0,70 27 0,-98-41 0,0-1 0,0 0 0,0 0 0,0 0 0,0-1 0,0 1 0,0-1 0,7 0 0,-22 0 0,1-1 0,-1 0 0,1-1 0,0-1 0,0 1 0,0-2 0,0 0 0,-14-7 0,13 7 0,-19-11 0,0-2 0,0 0 0,-33-27 0,40 26 0,0-1 0,-34-36 0,52 49 0,0 1 0,0 0 0,-1 0 0,0 0 0,0 1 0,0 0 0,0 0 0,-1 1 0,1 0 0,-1 0 0,-10-2 0,17 5 0,0 1 0,0-1 0,1 0 0,-1 0 0,1 0 0,-1 1 0,0-1 0,1 0 0,-1 1 0,0-1 0,1 0 0,-1 1 0,1-1 0,-1 1 0,1-1 0,-1 1 0,1-1 0,-1 1 0,1-1 0,0 1 0,-1 0 0,1-1 0,0 1 0,0-1 0,-1 1 0,1 0 0,0-1 0,0 1 0,0 0 0,0-1 0,-1 1 0,1 0 0,0 0 0,0-1 0,1 2 0,-1 34 0,1-24 0,-1 7 0,-1 0 0,-1 0 0,-6 25 0,6-10 0,2-28 0,0-1 0,0 0 0,-1 1 0,0-1 0,-1 8 0,6-29 0,0 0 0,0-18 0,-1 16-1365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4:44.577"/>
    </inkml:context>
    <inkml:brush xml:id="br0">
      <inkml:brushProperty name="width" value="0.035" units="cm"/>
      <inkml:brushProperty name="height" value="0.035" units="cm"/>
      <inkml:brushProperty name="color" value="#F0F0F0"/>
    </inkml:brush>
  </inkml:definitions>
  <inkml:trace contextRef="#ctx0" brushRef="#br0">412 0 24575,'0'13'0,"0"1"0,-1-1 0,0 0 0,-1 0 0,-1 0 0,0 0 0,0 0 0,-10 19 0,-2-1 0,9-19 0,0 0 0,0 1 0,1 0 0,-5 21 0,8-25 0,-1-1 0,0 1 0,0 0 0,-1-1 0,0 0 0,0 1 0,-1-2 0,-7 10 0,2-1 0,4-7 0,-1 3 0,-1-1 0,-17 20 0,20-26 0,-1 2 0,-1-1 0,1 0 0,-15 10 0,-2 3 0,20-15 0,-1-1 0,0 1 0,0-1 0,0 0 0,-6 3 0,-5 2 0,6-3 0,1-1 0,-1 0 0,-18 6 0,7-2-52,-11 4 201,30-12-218,0 1-1,0-1 0,-1 0 1,1 1-1,0-1 1,0 0-1,0 0 0,-1 0 1,1 0-1,0 0 0,0-1 1,0 1-1,-1 0 0,1 0 1,0-1-1,0 1 1,0-1-1,0 1 0,0-1 1,-2-1-1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4:57.604"/>
    </inkml:context>
    <inkml:brush xml:id="br0">
      <inkml:brushProperty name="width" value="0.035" units="cm"/>
      <inkml:brushProperty name="height" value="0.035" units="cm"/>
      <inkml:brushProperty name="color" value="#F0F0F0"/>
    </inkml:brush>
  </inkml:definitions>
  <inkml:trace contextRef="#ctx0" brushRef="#br0">160 332 24575,'-6'1'0,"0"0"0,0 1 0,0-1 0,1 1 0,-1 0 0,0 0 0,-4 4 0,-19 5 0,20-8 0,0 0 0,0-1 0,0-1 0,0 1 0,-17-1 0,18 0 0,16 3 0,16 0 0,262-4 0,-285 0 0,-1 0 0,1-1 0,0 1 0,-1 0 0,1 0 0,0-1 0,-1 1 0,1 0 0,0-1 0,-1 1 0,1-1 0,0 1 0,-1-1 0,1 1 0,-1-1 0,1 1 0,-1-1 0,0 1 0,1-1 0,-1 0 0,1 1 0,-1-1 0,0 0 0,0 1 0,1-1 0,-1 0 0,0 0 0,0 1 0,0-1 0,0 0 0,0 0 0,0 1 0,0-1 0,0 0 0,0-1 0,-4-37 0,2 19 0,2-12 0,-1 0 0,-8-49 0,5 63 0,3 9 0,0 1 0,-1-1 0,-1 1 0,-3-10 0,6 18 0,0 0 0,0 0 0,0 0 0,0 0 0,0 0 0,0-1 0,0 1 0,0 0 0,0 0 0,-1 0 0,1 0 0,0 0 0,0 0 0,0 0 0,0 0 0,0 0 0,0-1 0,0 1 0,-1 0 0,1 0 0,0 0 0,0 0 0,0 0 0,0 0 0,0 0 0,0 0 0,-1 0 0,1 0 0,0 0 0,0 0 0,0 0 0,0 0 0,0 0 0,-1 0 0,1 0 0,0 0 0,0 0 0,0 0 0,0 1 0,0-1 0,0 0 0,-1 0 0,1 0 0,0 0 0,0 0 0,0 0 0,0 0 0,5-8 0,-1 3 0,0-1 0,-1 0 0,0 1 0,-1-1 0,1 0 0,-1 0 0,0-1 0,0 1 0,0-8 0,-2 13 0,0 1 0,1 0 0,-1-1 0,0 1 0,0 0 0,0-1 0,0 1 0,0 0 0,0 0 0,-1-1 0,1 1 0,0 0 0,0-1 0,0 1 0,0 0 0,0 0 0,0-1 0,0 1 0,-1 0 0,1 0 0,0-1 0,0 1 0,0 0 0,-1 0 0,1 0 0,0-1 0,0 1 0,-1 0 0,1 0 0,0 0 0,0 0 0,-1-1 0,1 1 0,0 0 0,0 0 0,-1 0 0,1 0 0,0 0 0,-1 0 0,1 0 0,0 0 0,0 0 0,-1 0 0,1 0 0,0 0 0,-1 0 0,1 0 0,0 0 0,-1 0 0,1 0 0,0 0 0,0 1 0,-1-1 0,0 0 0,0 1 0,0-1 0,1 1 0,-1-1 0,0 1 0,0-1 0,1 1 0,-1 0 0,0-1 0,1 1 0,-1 0 0,0-1 0,1 1 0,-1 0 0,1 0 0,-1 1 0,-10 20 0,9-20 0,1 0 0,0 0 0,0-1 0,0 1 0,0 0 0,0 0 0,0 0 0,0 0 0,1 0 0,-1 1 0,1 2 0,-1-2 0,-1 1 0,1-1 0,0 0 0,-1 0 0,1 0 0,-1 0 0,0 0 0,0 0 0,-4 4 0,-8 13 0,5 11-1365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5:20.719"/>
    </inkml:context>
    <inkml:brush xml:id="br0">
      <inkml:brushProperty name="width" value="0.035" units="cm"/>
      <inkml:brushProperty name="height" value="0.035" units="cm"/>
      <inkml:brushProperty name="color" value="#F0F0F0"/>
    </inkml:brush>
  </inkml:definitions>
  <inkml:trace contextRef="#ctx0" brushRef="#br0">240 153 24575,'0'4'0,"0"-1"0,-1 0 0,1 0 0,-1 0 0,1 1 0,-1-1 0,0 0 0,0 0 0,-1 0 0,1 0 0,-1 0 0,1 0 0,-1-1 0,0 1 0,0 0 0,0-1 0,0 0 0,-1 1 0,1-1 0,0 0 0,-1 0 0,0 0 0,0 0 0,1-1 0,-1 1 0,0-1 0,0 0 0,0 0 0,0 0 0,-1 0 0,1 0 0,0-1 0,0 1 0,-1-1 0,1 0 0,0 0 0,0 0 0,-4-1 0,31-23 0,-11 12 0,-5 6 0,-1-1 0,0 0 0,-1 0 0,0 0 0,0-1 0,-1 1 0,6-11 0,-11 18 0,0 0 0,0 0 0,0 0 0,0 0 0,0-1 0,0 1 0,0 0 0,1 0 0,-1 0 0,0-1 0,0 1 0,0 0 0,0 0 0,0 0 0,0-1 0,0 1 0,-1 0 0,1 0 0,0 0 0,0-1 0,0 1 0,0 0 0,0 0 0,0 0 0,0-1 0,0 1 0,0 0 0,-1 0 0,1 0 0,0 0 0,0 0 0,0-1 0,0 1 0,0 0 0,-1 0 0,1 0 0,0 0 0,0 0 0,0 0 0,-1 0 0,1 0 0,0-1 0,-13 1 0,-12 6 0,14-2 0,0 1 0,0 0 0,1 1 0,0 0 0,0 1 0,0 0 0,1 1 0,-15 14 0,24-22 0,0 0 0,0 0 0,0 0 0,0 0 0,-1 0 0,1 0 0,0 0 0,0 0 0,0 1 0,0-1 0,0 0 0,0 0 0,0 0 0,0 0 0,0 0 0,0 0 0,0 0 0,0 0 0,-1 0 0,1 0 0,0 0 0,0 0 0,0 1 0,0-1 0,0 0 0,0 0 0,0 0 0,0 0 0,0 0 0,0 0 0,0 0 0,0 0 0,0 1 0,0-1 0,0 0 0,0 0 0,0 0 0,0 0 0,0 0 0,0 0 0,0 0 0,0 0 0,0 0 0,1 0 0,-1 1 0,0-1 0,0 0 0,0 0 0,0 0 0,0 0 0,0 0 0,0 0 0,0 0 0,0 0 0,0 0 0,0 0 0,0 0 0,1 0 0,-1 0 0,0 0 0,8-2 0,10-6 0,0-3 0,-7 5 0,1 0 0,-1-2 0,-1 1 0,12-11 0,-20 15 0,1-1 0,0 1 0,-1-1 0,0 0 0,0 0 0,0 0 0,-1-1 0,1 1 0,-1 0 0,0-1 0,1-7 0,1-50 0,-4 66 0,-1 0 0,0 1 0,0-1 0,0 0 0,-4 6 0,-2 3 0,-14 28 0,-21 42 0,39-68 0,10-21 0,12-23 0,-5 4 0,10-28 0,-20 44 0,0 0 0,0-1 0,-1 1 0,-1-1 0,1 1 0,-1-19 0,-3 32 0,1 0 0,-1 0 0,0-1 0,0 1 0,-1-1 0,1 1 0,-4 2 0,-5 9 0,-10 19 0,8-14 0,-15 33 0,27-50 0,-1 2 0,0-1 0,0 1 0,0-1 0,-1 0 0,1 1 0,-1-1 0,0 0 0,-4 4 0,16-32 0,-1 11 0,0-1 0,-1 0 0,0 0 0,8-26 0,-10 28 0,-3 9 0,-1 1 0,0 0 0,0-1 0,0 0 0,0 1 0,0-1 0,0 0 0,-1 1 0,1-1 0,-1 0 0,0 0 0,0 1 0,0-5 0,0 7 0,-1-1 0,1 1 0,0 0 0,0 0 0,0 0 0,-1 0 0,1 0 0,0 0 0,0 0 0,-1 0 0,1 0 0,0 0 0,0 0 0,0 0 0,-1 0 0,1 0 0,0 0 0,0 0 0,-1 0 0,1 0 0,0 0 0,0 0 0,-1 0 0,1 0 0,0 0 0,0 0 0,0 0 0,-1 0 0,1 1 0,0-1 0,0 0 0,0 0 0,-1 0 0,1 0 0,0 1 0,0-1 0,0 0 0,0 0 0,0 0 0,0 0 0,-1 1 0,1-1 0,0 0 0,0 0 0,0 1 0,0-1 0,0 0 0,0 0 0,0 1 0,0-1 0,0 0 0,0 0 0,0 0 0,0 1 0,-5 20 0,3-12 0,-5 8 0,6-14 0,1 0 0,-1 0 0,-1 0 0,1-1 0,0 1 0,-1 0 0,1-1 0,-1 1 0,0-1 0,0 0 0,0 1 0,0-1 0,0 0 0,0 0 0,-1 0 0,1 0 0,-4 1 0,3-1 0,0 0 0,1 0 0,-1 0 0,1 0 0,-1 0 0,1 1 0,-3 3 0,3-3 0,0-1 0,0 0 0,0 1 0,0-1 0,-1 0 0,1 0 0,-1 0 0,-3 1 0,-33 25 0,17-12 0,22-16 0,0 1 0,0-1 0,0 0 0,-1 0 0,1 0 0,0 0 0,0 0 0,0 1 0,0-1 0,0 0 0,0 0 0,0 0 0,0 0 0,0 1 0,0-1 0,-1 0 0,1 0 0,0 0 0,0 1 0,0-1 0,0 0 0,0 0 0,0 0 0,0 1 0,0-1 0,1 0 0,-1 0 0,0 0 0,0 0 0,0 1 0,0-1 0,0 0 0,0 0 0,0 0 0,0 0 0,0 1 0,0-1 0,1 0 0,-1 0 0,0 0 0,0 0 0,0 0 0,1 1 0,10 7 0,15 5 0,-13-10 0,1-1 0,-1 0 0,17-1 0,-6 1 0,-20-2-111,21 2 356,-24-2-320,0 0 0,0 0 0,0 0 0,0 0 0,0 0 0,0-1 0,0 1 0,0 0 0,-1 0 0,1-1 0,0 1 0,0 0 1,0-1-1,0 1 0,0-1 0,0 1 0,-1-1 0,1 1 0,1-2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4T11:15:42.932"/>
    </inkml:context>
    <inkml:brush xml:id="br0">
      <inkml:brushProperty name="width" value="0.035" units="cm"/>
      <inkml:brushProperty name="height" value="0.035" units="cm"/>
      <inkml:brushProperty name="color" value="#F0F0F0"/>
    </inkml:brush>
  </inkml:definitions>
  <inkml:trace contextRef="#ctx0" brushRef="#br0">40 36 24575,'4'-3'0,"1"0"0,-1 0 0,0-1 0,0 0 0,0 1 0,-1-1 0,4-5 0,-35 20 0,12 0 0,12-9 0,1 0 0,0 0 0,-1 0 0,1 0 0,0 1 0,0-1 0,-4 7 0,7-9 0,0 0 0,1 0 0,-1 0 0,0 1 0,1-1 0,-1 0 0,0 0 0,1 0 0,-1 0 0,0 0 0,1 0 0,-1 0 0,0 0 0,1 0 0,-1 0 0,0 0 0,1 0 0,-1 0 0,0-1 0,1 1 0,-1 0 0,0 0 0,1 0 0,-1 0 0,0-1 0,1 1 0,-1 0 0,0 0 0,0 0 0,1-1 0,-1 0 0,16-7 0,-7 2-117,30-26-1131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99C8F-24CC-4DF9-BAE1-6FC326268C5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75D99-F141-4226-86A0-412B62C60C17}" type="slidenum">
              <a:rPr lang="en-GB" smtClean="0"/>
              <a:t>‹#›</a:t>
            </a:fld>
            <a:endParaRPr lang="en-GB"/>
          </a:p>
        </p:txBody>
      </p:sp>
    </p:spTree>
    <p:extLst>
      <p:ext uri="{BB962C8B-B14F-4D97-AF65-F5344CB8AC3E}">
        <p14:creationId xmlns:p14="http://schemas.microsoft.com/office/powerpoint/2010/main" val="349353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Since September 2015, observatories such as LIGO and VIRGO have detected more than 300 probable gravitational wave signals. In order to correctly identify the origins of these signals, an accurate snapshot of the initial gravitational field is needed. </a:t>
            </a:r>
          </a:p>
          <a:p>
            <a:endParaRPr lang="en-GB"/>
          </a:p>
          <a:p>
            <a:r>
              <a:rPr lang="en-GB"/>
              <a:t>The field that solves the equations that govern the evolution and properties of gravitational waves is called numerical relativity, and traditional NR techniques have proved to be extremely computationally expensive. However, there has been recent work to generate initial data for these systems using machine learning techniques.</a:t>
            </a:r>
          </a:p>
          <a:p>
            <a:endParaRPr lang="en-GB"/>
          </a:p>
          <a:p>
            <a:r>
              <a:rPr lang="en-GB"/>
              <a:t>My project is an extension to these work, where I trained a neural operator on the equations of numerical relativity. I focused on non-spinning binary blackhole systems, since most gravitational waves detected on Earth originated from BBHs. </a:t>
            </a:r>
          </a:p>
          <a:p>
            <a:endParaRPr lang="en-GB"/>
          </a:p>
        </p:txBody>
      </p:sp>
      <p:sp>
        <p:nvSpPr>
          <p:cNvPr id="4" name="Slide Number Placeholder 3"/>
          <p:cNvSpPr>
            <a:spLocks noGrp="1"/>
          </p:cNvSpPr>
          <p:nvPr>
            <p:ph type="sldNum" sz="quarter" idx="5"/>
          </p:nvPr>
        </p:nvSpPr>
        <p:spPr/>
        <p:txBody>
          <a:bodyPr/>
          <a:lstStyle/>
          <a:p>
            <a:fld id="{21E75D99-F141-4226-86A0-412B62C60C17}" type="slidenum">
              <a:rPr lang="en-GB" smtClean="0"/>
              <a:t>2</a:t>
            </a:fld>
            <a:endParaRPr lang="en-GB"/>
          </a:p>
        </p:txBody>
      </p:sp>
    </p:spTree>
    <p:extLst>
      <p:ext uri="{BB962C8B-B14F-4D97-AF65-F5344CB8AC3E}">
        <p14:creationId xmlns:p14="http://schemas.microsoft.com/office/powerpoint/2010/main" val="3309765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equations that describe gravitational fields in general relativity are called Einstein’s Field Equations, which is a set of 10 partial differential equations. </a:t>
            </a:r>
          </a:p>
          <a:p>
            <a:endParaRPr lang="en-GB"/>
          </a:p>
          <a:p>
            <a:r>
              <a:rPr lang="en-GB"/>
              <a:t>By applying Conformal decomposition on the 6 constraint equations, we obtain the Hamiltonian Constraint Equation, which is a highly elliptical second order PDE.</a:t>
            </a:r>
          </a:p>
          <a:p>
            <a:r>
              <a:rPr lang="en-GB"/>
              <a:t>u is the quantity I am solving for. It is the regular correction to the singular analytic part of the conformal factor, representing the additional nonlinear deformation of the spatial geometry caused by the combined binary configuration, particularly the black holes’ momenta and spins</a:t>
            </a:r>
          </a:p>
          <a:p>
            <a:endParaRPr lang="en-GB"/>
          </a:p>
          <a:p>
            <a:r>
              <a:rPr lang="en-GB"/>
              <a:t>Einstein tensor</a:t>
            </a:r>
          </a:p>
          <a:p>
            <a:r>
              <a:rPr lang="en-GB"/>
              <a:t>Stress-energy tensor due to matter and radiation</a:t>
            </a:r>
          </a:p>
          <a:p>
            <a:r>
              <a:rPr lang="en-GB"/>
              <a:t>Laplacian</a:t>
            </a:r>
          </a:p>
          <a:p>
            <a:r>
              <a:rPr lang="en-GB"/>
              <a:t>m: mass of the black holes</a:t>
            </a:r>
          </a:p>
          <a:p>
            <a:r>
              <a:rPr lang="en-GB"/>
              <a:t>r: distance from the black holes</a:t>
            </a:r>
          </a:p>
          <a:p>
            <a:r>
              <a:rPr lang="en-GB"/>
              <a:t>K: Trace-free extrinsic curvature, measures how the spatial hypersurface is embedded in spacetime, contains momenta and spins of the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t>u: Regular correction to the singular analytic part of the conformal factor, it represents the additional nonlinear deformation of the spatial geometry caused by the combined binary configuration, particularly the black holes’ momenta and spins, and is the quantity I am solving for</a:t>
            </a:r>
          </a:p>
        </p:txBody>
      </p:sp>
      <p:sp>
        <p:nvSpPr>
          <p:cNvPr id="4" name="Slide Number Placeholder 3"/>
          <p:cNvSpPr>
            <a:spLocks noGrp="1"/>
          </p:cNvSpPr>
          <p:nvPr>
            <p:ph type="sldNum" sz="quarter" idx="5"/>
          </p:nvPr>
        </p:nvSpPr>
        <p:spPr/>
        <p:txBody>
          <a:bodyPr/>
          <a:lstStyle/>
          <a:p>
            <a:fld id="{8D3BF5E8-8994-4896-9C18-E2CFBDE351ED}" type="slidenum">
              <a:rPr lang="en-GB" smtClean="0"/>
              <a:t>3</a:t>
            </a:fld>
            <a:endParaRPr lang="en-GB"/>
          </a:p>
        </p:txBody>
      </p:sp>
    </p:spTree>
    <p:extLst>
      <p:ext uri="{BB962C8B-B14F-4D97-AF65-F5344CB8AC3E}">
        <p14:creationId xmlns:p14="http://schemas.microsoft.com/office/powerpoint/2010/main" val="331521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flowchart for training the </a:t>
            </a:r>
            <a:r>
              <a:rPr lang="en-GB" dirty="0" err="1"/>
              <a:t>PIDONet</a:t>
            </a:r>
            <a:r>
              <a:rPr lang="en-GB" dirty="0"/>
              <a:t>, which includes a 14-input branch net for parameters, and a 3-input trunk net for the coordinates in the domain.</a:t>
            </a:r>
          </a:p>
          <a:p>
            <a:endParaRPr lang="en-GB" dirty="0"/>
          </a:p>
          <a:p>
            <a:r>
              <a:rPr lang="en-GB" dirty="0"/>
              <a:t>Due to the highly elliptical nature of the PDE, the </a:t>
            </a:r>
            <a:r>
              <a:rPr lang="en-GB" dirty="0" err="1"/>
              <a:t>DeepONet</a:t>
            </a:r>
            <a:r>
              <a:rPr lang="en-GB" dirty="0"/>
              <a:t> predicts an intermediate value </a:t>
            </a:r>
            <a:r>
              <a:rPr lang="en-GB" dirty="0" err="1"/>
              <a:t>h_theta</a:t>
            </a:r>
            <a:r>
              <a:rPr lang="en-GB" dirty="0"/>
              <a:t> by applying dot product to the outputs of the MLPs and adding an optimisable bias term. The predicted conformal factor correction </a:t>
            </a:r>
            <a:r>
              <a:rPr lang="en-GB" dirty="0" err="1"/>
              <a:t>u_theta</a:t>
            </a:r>
            <a:r>
              <a:rPr lang="en-GB" dirty="0"/>
              <a:t> can then be obtained by passing </a:t>
            </a:r>
            <a:r>
              <a:rPr lang="en-GB" dirty="0" err="1"/>
              <a:t>h_theta</a:t>
            </a:r>
            <a:r>
              <a:rPr lang="en-GB" dirty="0"/>
              <a:t> through an ansatz.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total, 4 loss terms are computed from the prediction term. Since the 4 loss terms have different magnitudes, they are scaled using the EMA method, and are then combined with unitary weight for the 3 L2 losses and half weight for the soft-</a:t>
            </a:r>
            <a:r>
              <a:rPr lang="en-GB" dirty="0" err="1"/>
              <a:t>L_inf</a:t>
            </a:r>
            <a:r>
              <a:rPr lang="en-GB" dirty="0"/>
              <a:t> loss. Finally, the scaled total loss is passed through an Adam optimizer with a learning rate of 10^-4. </a:t>
            </a:r>
          </a:p>
        </p:txBody>
      </p:sp>
      <p:sp>
        <p:nvSpPr>
          <p:cNvPr id="4" name="Slide Number Placeholder 3"/>
          <p:cNvSpPr>
            <a:spLocks noGrp="1"/>
          </p:cNvSpPr>
          <p:nvPr>
            <p:ph type="sldNum" sz="quarter" idx="5"/>
          </p:nvPr>
        </p:nvSpPr>
        <p:spPr/>
        <p:txBody>
          <a:bodyPr/>
          <a:lstStyle/>
          <a:p>
            <a:fld id="{21E75D99-F141-4226-86A0-412B62C60C17}" type="slidenum">
              <a:rPr lang="en-GB" smtClean="0"/>
              <a:t>4</a:t>
            </a:fld>
            <a:endParaRPr lang="en-GB"/>
          </a:p>
        </p:txBody>
      </p:sp>
    </p:spTree>
    <p:extLst>
      <p:ext uri="{BB962C8B-B14F-4D97-AF65-F5344CB8AC3E}">
        <p14:creationId xmlns:p14="http://schemas.microsoft.com/office/powerpoint/2010/main" val="2978331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For this project I generated BBH initial data for 4 m-plus values. For symmetric considerations, I imposed a constraint on the mass of the second black hole such that the total mass of the blackholes is 1, and placed the punctures at [+-3, 0, 0]. </a:t>
            </a:r>
          </a:p>
          <a:p>
            <a:endParaRPr lang="en-GB"/>
          </a:p>
          <a:p>
            <a:r>
              <a:rPr lang="en-GB"/>
              <a:t>I limited the domain to a sphere of radius 30, and scaled the momenta with mass to simulate a rough Newtonian circular orbit.</a:t>
            </a:r>
          </a:p>
          <a:p>
            <a:endParaRPr lang="en-GB"/>
          </a:p>
          <a:p>
            <a:r>
              <a:rPr lang="en-GB"/>
              <a:t>To train the operator, I used a total of 40 million points, which include 30 million training datapoints, 7 million validation datapoints, 2 million interior collocation points, and 200000 boundary points to enforce the Robin boundary conditions.</a:t>
            </a:r>
          </a:p>
        </p:txBody>
      </p:sp>
      <p:sp>
        <p:nvSpPr>
          <p:cNvPr id="4" name="Slide Number Placeholder 3"/>
          <p:cNvSpPr>
            <a:spLocks noGrp="1"/>
          </p:cNvSpPr>
          <p:nvPr>
            <p:ph type="sldNum" sz="quarter" idx="5"/>
          </p:nvPr>
        </p:nvSpPr>
        <p:spPr/>
        <p:txBody>
          <a:bodyPr/>
          <a:lstStyle/>
          <a:p>
            <a:fld id="{21E75D99-F141-4226-86A0-412B62C60C17}" type="slidenum">
              <a:rPr lang="en-GB" smtClean="0"/>
              <a:t>5</a:t>
            </a:fld>
            <a:endParaRPr lang="en-GB"/>
          </a:p>
        </p:txBody>
      </p:sp>
    </p:spTree>
    <p:extLst>
      <p:ext uri="{BB962C8B-B14F-4D97-AF65-F5344CB8AC3E}">
        <p14:creationId xmlns:p14="http://schemas.microsoft.com/office/powerpoint/2010/main" val="2944800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Training terminated after 2734 epochs, after the validation loss stopped improving for 150 epochs. The operator took 8 hours and 20 minutes to train on an A100 GPU.</a:t>
            </a:r>
          </a:p>
          <a:p>
            <a:endParaRPr lang="en-GB"/>
          </a:p>
          <a:p>
            <a:r>
              <a:rPr lang="en-GB"/>
              <a:t>The validation loss stabilised at around 2% while the relative L2 error on the entire test dataset is 0.019. There is a decreasing trend for relative L2 error for higher m-plus values, with a 5% error for m-plus 0.15 and less than 0.5% error for m-plus 0.45.</a:t>
            </a:r>
          </a:p>
        </p:txBody>
      </p:sp>
      <p:sp>
        <p:nvSpPr>
          <p:cNvPr id="4" name="Slide Number Placeholder 3"/>
          <p:cNvSpPr>
            <a:spLocks noGrp="1"/>
          </p:cNvSpPr>
          <p:nvPr>
            <p:ph type="sldNum" sz="quarter" idx="5"/>
          </p:nvPr>
        </p:nvSpPr>
        <p:spPr/>
        <p:txBody>
          <a:bodyPr/>
          <a:lstStyle/>
          <a:p>
            <a:fld id="{21E75D99-F141-4226-86A0-412B62C60C17}" type="slidenum">
              <a:rPr lang="en-GB" smtClean="0"/>
              <a:t>6</a:t>
            </a:fld>
            <a:endParaRPr lang="en-GB"/>
          </a:p>
        </p:txBody>
      </p:sp>
    </p:spTree>
    <p:extLst>
      <p:ext uri="{BB962C8B-B14F-4D97-AF65-F5344CB8AC3E}">
        <p14:creationId xmlns:p14="http://schemas.microsoft.com/office/powerpoint/2010/main" val="595618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generated a higher resolution 2D dataset for the 4 m-plus values, focusing on the </a:t>
            </a:r>
            <a:r>
              <a:rPr lang="en-GB" err="1"/>
              <a:t>xy</a:t>
            </a:r>
            <a:r>
              <a:rPr lang="en-GB"/>
              <a:t>-plane. As you can see on the screen, the deviations from the </a:t>
            </a:r>
            <a:r>
              <a:rPr lang="en-GB" err="1"/>
              <a:t>TwoPunctures</a:t>
            </a:r>
            <a:r>
              <a:rPr lang="en-GB"/>
              <a:t> data mostly occur in the immediate region surrounding the lower mass blackholes. Similar to the 3D case, higher m-plus values yield lower relative L2 errors, with a 3.5% error for m-plus 0.15 and 0.5% relative error for m-plus 0.45.</a:t>
            </a:r>
          </a:p>
        </p:txBody>
      </p:sp>
      <p:sp>
        <p:nvSpPr>
          <p:cNvPr id="4" name="Slide Number Placeholder 3"/>
          <p:cNvSpPr>
            <a:spLocks noGrp="1"/>
          </p:cNvSpPr>
          <p:nvPr>
            <p:ph type="sldNum" sz="quarter" idx="5"/>
          </p:nvPr>
        </p:nvSpPr>
        <p:spPr/>
        <p:txBody>
          <a:bodyPr/>
          <a:lstStyle/>
          <a:p>
            <a:fld id="{21E75D99-F141-4226-86A0-412B62C60C17}" type="slidenum">
              <a:rPr lang="en-GB" smtClean="0"/>
              <a:t>7</a:t>
            </a:fld>
            <a:endParaRPr lang="en-GB"/>
          </a:p>
        </p:txBody>
      </p:sp>
    </p:spTree>
    <p:extLst>
      <p:ext uri="{BB962C8B-B14F-4D97-AF65-F5344CB8AC3E}">
        <p14:creationId xmlns:p14="http://schemas.microsoft.com/office/powerpoint/2010/main" val="1263271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 also attempted to generate data on the x-axis while increasing the resolution to 25 times the training resolution. The generated data is in good agreement with the </a:t>
            </a:r>
            <a:r>
              <a:rPr lang="en-GB" err="1"/>
              <a:t>TwoPunctures</a:t>
            </a:r>
            <a:r>
              <a:rPr lang="en-GB"/>
              <a:t> data, resulting in less than 1% relative L2 errors for 3 out of the 4 testing m-plus values. However, all 4 cases show a systematic underprediction for the conformal factor correction term near the lower mass punctures, especially for m-plus 0.15, which has a relative L2 error of 0.0216. </a:t>
            </a:r>
          </a:p>
        </p:txBody>
      </p:sp>
      <p:sp>
        <p:nvSpPr>
          <p:cNvPr id="4" name="Slide Number Placeholder 3"/>
          <p:cNvSpPr>
            <a:spLocks noGrp="1"/>
          </p:cNvSpPr>
          <p:nvPr>
            <p:ph type="sldNum" sz="quarter" idx="5"/>
          </p:nvPr>
        </p:nvSpPr>
        <p:spPr/>
        <p:txBody>
          <a:bodyPr/>
          <a:lstStyle/>
          <a:p>
            <a:fld id="{21E75D99-F141-4226-86A0-412B62C60C17}" type="slidenum">
              <a:rPr lang="en-GB" smtClean="0"/>
              <a:t>8</a:t>
            </a:fld>
            <a:endParaRPr lang="en-GB"/>
          </a:p>
        </p:txBody>
      </p:sp>
    </p:spTree>
    <p:extLst>
      <p:ext uri="{BB962C8B-B14F-4D97-AF65-F5344CB8AC3E}">
        <p14:creationId xmlns:p14="http://schemas.microsoft.com/office/powerpoint/2010/main" val="3348684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conclusion, the low relative L2 errors on both the validation and testing datasets show proof of concept of using a Physics Informed </a:t>
            </a:r>
            <a:r>
              <a:rPr lang="en-GB" dirty="0" err="1"/>
              <a:t>DeepONet</a:t>
            </a:r>
            <a:r>
              <a:rPr lang="en-GB" dirty="0"/>
              <a:t> to generate binary black hole initial data.</a:t>
            </a:r>
          </a:p>
          <a:p>
            <a:endParaRPr lang="en-GB" dirty="0"/>
          </a:p>
          <a:p>
            <a:r>
              <a:rPr lang="en-GB" dirty="0"/>
              <a:t>In general, lower m-plus values lead to larger deviations from the paired </a:t>
            </a:r>
            <a:r>
              <a:rPr lang="en-GB" dirty="0" err="1"/>
              <a:t>TwoPunctures</a:t>
            </a:r>
            <a:r>
              <a:rPr lang="en-GB" dirty="0"/>
              <a:t> data, as the operator struggles to accurately predict sharp spatial changes in conformal factor correction due to lower mass blackholes.</a:t>
            </a:r>
          </a:p>
          <a:p>
            <a:endParaRPr lang="en-GB" dirty="0"/>
          </a:p>
          <a:p>
            <a:r>
              <a:rPr lang="en-GB" dirty="0"/>
              <a:t>However, the </a:t>
            </a:r>
            <a:r>
              <a:rPr lang="en-GB" dirty="0" err="1"/>
              <a:t>PIDONet</a:t>
            </a:r>
            <a:r>
              <a:rPr lang="en-GB" dirty="0"/>
              <a:t> can still generate lower-dimensional datasets to up to 25 times the initial resolution at 1% average relative L2 error.</a:t>
            </a:r>
          </a:p>
          <a:p>
            <a:endParaRPr lang="en-GB" dirty="0"/>
          </a:p>
          <a:p>
            <a:r>
              <a:rPr lang="en-GB" dirty="0"/>
              <a:t>For future iteration of this work , I suggest increasing the density of collocation points near the individual punctures, since that is where the largest difference between predicted and true values occur. </a:t>
            </a:r>
          </a:p>
          <a:p>
            <a:endParaRPr lang="en-GB" dirty="0"/>
          </a:p>
          <a:p>
            <a:r>
              <a:rPr lang="en-GB" dirty="0"/>
              <a:t>I would also explore the </a:t>
            </a:r>
            <a:r>
              <a:rPr lang="en-GB" dirty="0" err="1"/>
              <a:t>PIDONet’s</a:t>
            </a:r>
            <a:r>
              <a:rPr lang="en-GB" dirty="0"/>
              <a:t> ability to predict conformal factor correction term for wider ranges of puncture positions, masses and momenta, and to extend the branch net to also take the spins of the black holes as inputs. </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21E75D99-F141-4226-86A0-412B62C60C17}" type="slidenum">
              <a:rPr lang="en-GB" smtClean="0"/>
              <a:t>9</a:t>
            </a:fld>
            <a:endParaRPr lang="en-GB"/>
          </a:p>
        </p:txBody>
      </p:sp>
    </p:spTree>
    <p:extLst>
      <p:ext uri="{BB962C8B-B14F-4D97-AF65-F5344CB8AC3E}">
        <p14:creationId xmlns:p14="http://schemas.microsoft.com/office/powerpoint/2010/main" val="4161906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B19B9-8009-637F-6A95-6D474996B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50E45CC-9D22-4CF3-EFA9-57608EF62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947F69-274F-9D66-CBB7-5C085F3CCB1C}"/>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5" name="Footer Placeholder 4">
            <a:extLst>
              <a:ext uri="{FF2B5EF4-FFF2-40B4-BE49-F238E27FC236}">
                <a16:creationId xmlns:a16="http://schemas.microsoft.com/office/drawing/2014/main" id="{E803B44D-3D95-C5CA-EDB5-8CA76B8F57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E8B6EB-2BBA-5D78-D87D-7609D2171970}"/>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1997896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EFC-1ECF-C244-1305-EFD37A8BCE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027316-A52F-9350-4A19-CB8CDA06D9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FF433C-B695-90CE-861D-EC48E1052EE9}"/>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5" name="Footer Placeholder 4">
            <a:extLst>
              <a:ext uri="{FF2B5EF4-FFF2-40B4-BE49-F238E27FC236}">
                <a16:creationId xmlns:a16="http://schemas.microsoft.com/office/drawing/2014/main" id="{958B1091-E076-7E52-E9A6-46ED006873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4B9D50-83C3-66A1-67CF-BBC705EBCE7A}"/>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1719603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E222C-E117-1101-C710-3CC861D6DA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8FA872E-2577-0B38-B54F-46DCFE6E12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AA346F-7F81-BBA8-F52D-60ABFEF74365}"/>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5" name="Footer Placeholder 4">
            <a:extLst>
              <a:ext uri="{FF2B5EF4-FFF2-40B4-BE49-F238E27FC236}">
                <a16:creationId xmlns:a16="http://schemas.microsoft.com/office/drawing/2014/main" id="{4925D95A-C3C1-2A1F-B1B7-E5023EF3B7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E09FD2-BFA9-6211-D99B-6B066E6FDA16}"/>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2198705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D531-0F5D-92AB-D77E-0D444461FB2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2371A7-4E8A-EB4B-2A68-0462F6760A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2392EB7-B314-E103-2970-7BC6297B1A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7FF2931-700D-1BC0-560E-C22CABF8D358}"/>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6" name="Footer Placeholder 5">
            <a:extLst>
              <a:ext uri="{FF2B5EF4-FFF2-40B4-BE49-F238E27FC236}">
                <a16:creationId xmlns:a16="http://schemas.microsoft.com/office/drawing/2014/main" id="{D1245C21-2718-08A1-E3F9-910201F69A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4E8FCF-A739-73FC-364D-36601D6F8C97}"/>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10839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8B45-7865-E64F-1EC1-8A6E81713B6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7D81D1-6B56-8697-BCA9-D5685881A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33DEB6-DCDB-F56F-0A16-89414AF3C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943C0EE-BA6C-75B8-FD74-9EBE306475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CD9CCF-6924-3FAE-C700-331A2276D4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FC3F4CE-D658-909E-1907-0123E9C92F71}"/>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8" name="Footer Placeholder 7">
            <a:extLst>
              <a:ext uri="{FF2B5EF4-FFF2-40B4-BE49-F238E27FC236}">
                <a16:creationId xmlns:a16="http://schemas.microsoft.com/office/drawing/2014/main" id="{5B012ED3-F00D-78AD-B98F-82D06D376BB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658F497-72B4-6A9B-78D6-E0A064CA05EE}"/>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335573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D566D-5FAE-4D36-D606-ED393EEE43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8438EC2-202C-9D6B-A6B8-629852554494}"/>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4" name="Footer Placeholder 3">
            <a:extLst>
              <a:ext uri="{FF2B5EF4-FFF2-40B4-BE49-F238E27FC236}">
                <a16:creationId xmlns:a16="http://schemas.microsoft.com/office/drawing/2014/main" id="{2B5CBDB1-0C88-32C5-76CA-9B2B6BBAA01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8BE5776-B18D-1759-AE2D-F0B09324F331}"/>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334807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57CE9F-DB7C-8CDB-CCC5-082426E4DE95}"/>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3" name="Footer Placeholder 2">
            <a:extLst>
              <a:ext uri="{FF2B5EF4-FFF2-40B4-BE49-F238E27FC236}">
                <a16:creationId xmlns:a16="http://schemas.microsoft.com/office/drawing/2014/main" id="{BD94F02F-5EE9-10C6-94F4-14583D2F81A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89255A-E31E-2CFE-669A-51884E44D7A5}"/>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367442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F8A4D-76B7-2B35-DF45-5F5EDB2D5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AD949F4-0D45-EC83-D143-CAC7D3604A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A157AD4-497A-FFF6-DD43-2BF39C3AD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963685-4A6B-1429-541A-F384031C66E6}"/>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6" name="Footer Placeholder 5">
            <a:extLst>
              <a:ext uri="{FF2B5EF4-FFF2-40B4-BE49-F238E27FC236}">
                <a16:creationId xmlns:a16="http://schemas.microsoft.com/office/drawing/2014/main" id="{6C8F999A-ECFB-442A-CF59-65FB817EF7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86D0AE-5002-90B0-9BA4-C8D4F90C71F7}"/>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41237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860E-B8C8-2BEE-D238-8FAEEDCC9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A6E592-A91B-03FF-78E3-C5A51F57F8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CA070F0-FF1B-6582-66E1-089E317B1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114B20-7A99-AFC6-841B-26124408BF56}"/>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6" name="Footer Placeholder 5">
            <a:extLst>
              <a:ext uri="{FF2B5EF4-FFF2-40B4-BE49-F238E27FC236}">
                <a16:creationId xmlns:a16="http://schemas.microsoft.com/office/drawing/2014/main" id="{10E4BAD9-34E5-8561-78FB-5B604B8C27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1A7A0F-45AE-2DDD-EA58-FC7C07E51D98}"/>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6146980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23AA-04EC-48C5-53E6-66EC3C7D327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6D46BD6-B95A-3324-0CD4-B0C4327120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847343-4F3D-620E-FEA6-E038C914BD8C}"/>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5" name="Footer Placeholder 4">
            <a:extLst>
              <a:ext uri="{FF2B5EF4-FFF2-40B4-BE49-F238E27FC236}">
                <a16:creationId xmlns:a16="http://schemas.microsoft.com/office/drawing/2014/main" id="{7D08AB56-3BBA-0D9B-A6E5-2E4133EA12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2078A4-663F-CE3C-8F7C-D56A47541E1F}"/>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259977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713EEE-91B3-5547-1638-0A8B75E5FC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7AD270-ACF5-C62E-2928-0932062B30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81D90-8F58-32C1-55BD-F813384DA86D}"/>
              </a:ext>
            </a:extLst>
          </p:cNvPr>
          <p:cNvSpPr>
            <a:spLocks noGrp="1"/>
          </p:cNvSpPr>
          <p:nvPr>
            <p:ph type="dt" sz="half" idx="10"/>
          </p:nvPr>
        </p:nvSpPr>
        <p:spPr/>
        <p:txBody>
          <a:bodyPr/>
          <a:lstStyle/>
          <a:p>
            <a:fld id="{1AE79B91-A67A-483D-B822-488DA225D76F}" type="datetimeFigureOut">
              <a:rPr lang="en-GB" smtClean="0"/>
              <a:t>04/08/2026</a:t>
            </a:fld>
            <a:endParaRPr lang="en-GB"/>
          </a:p>
        </p:txBody>
      </p:sp>
      <p:sp>
        <p:nvSpPr>
          <p:cNvPr id="5" name="Footer Placeholder 4">
            <a:extLst>
              <a:ext uri="{FF2B5EF4-FFF2-40B4-BE49-F238E27FC236}">
                <a16:creationId xmlns:a16="http://schemas.microsoft.com/office/drawing/2014/main" id="{25EDD13E-A871-EA1D-0A66-8AF1CAA9CC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8DC51C-1B9A-66A4-7FC4-1DBABBCFF0E3}"/>
              </a:ext>
            </a:extLst>
          </p:cNvPr>
          <p:cNvSpPr>
            <a:spLocks noGrp="1"/>
          </p:cNvSpPr>
          <p:nvPr>
            <p:ph type="sldNum" sz="quarter" idx="12"/>
          </p:nvPr>
        </p:nvSpPr>
        <p:spPr/>
        <p:txBody>
          <a:bodyPr/>
          <a:lstStyle/>
          <a:p>
            <a:fld id="{3F25688D-2B42-4CE2-B11C-22F1FF5C4B89}" type="slidenum">
              <a:rPr lang="en-GB" smtClean="0"/>
              <a:t>‹#›</a:t>
            </a:fld>
            <a:endParaRPr lang="en-GB"/>
          </a:p>
        </p:txBody>
      </p:sp>
    </p:spTree>
    <p:extLst>
      <p:ext uri="{BB962C8B-B14F-4D97-AF65-F5344CB8AC3E}">
        <p14:creationId xmlns:p14="http://schemas.microsoft.com/office/powerpoint/2010/main" val="4239885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F8808B-A603-D1B9-F8AC-93567F81A7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F73D5A5-7DB6-57D1-643A-AC6C421810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3EDAD6-9854-0AE2-D1D8-395BB9E5E3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79B91-A67A-483D-B822-488DA225D76F}" type="datetimeFigureOut">
              <a:rPr lang="en-GB" smtClean="0"/>
              <a:pPr/>
              <a:t>04/08/2026</a:t>
            </a:fld>
            <a:endParaRPr lang="en-GB">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BA428E97-795C-EA87-8F37-5C0C5C6104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3E02B0DC-F571-F9FC-55B1-A5D5B3CE3C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25688D-2B42-4CE2-B11C-22F1FF5C4B89}" type="slidenum">
              <a:rPr lang="en-GB" smtClean="0"/>
              <a:pPr/>
              <a:t>‹#›</a:t>
            </a:fld>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4119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customXml" Target="../ink/ink8.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0.png"/><Relationship Id="rId2" Type="http://schemas.openxmlformats.org/officeDocument/2006/relationships/notesSlide" Target="../notesSlides/notesSlide3.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customXml" Target="../ink/ink4.xml"/><Relationship Id="rId19" Type="http://schemas.openxmlformats.org/officeDocument/2006/relationships/image" Target="../media/image11.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s>
</file>

<file path=ppt/slides/_rels/slide5.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customXml" Target="../ink/ink17.xml"/><Relationship Id="rId26" Type="http://schemas.openxmlformats.org/officeDocument/2006/relationships/image" Target="../media/image25.png"/><Relationship Id="rId39" Type="http://schemas.openxmlformats.org/officeDocument/2006/relationships/customXml" Target="../ink/ink27.xml"/><Relationship Id="rId21" Type="http://schemas.openxmlformats.org/officeDocument/2006/relationships/image" Target="../media/image22.png"/><Relationship Id="rId34" Type="http://schemas.openxmlformats.org/officeDocument/2006/relationships/image" Target="../media/image29.png"/><Relationship Id="rId42" Type="http://schemas.openxmlformats.org/officeDocument/2006/relationships/image" Target="../media/image33.png"/><Relationship Id="rId7" Type="http://schemas.openxmlformats.org/officeDocument/2006/relationships/image" Target="../media/image15.png"/><Relationship Id="rId2" Type="http://schemas.openxmlformats.org/officeDocument/2006/relationships/notesSlide" Target="../notesSlides/notesSlide4.xml"/><Relationship Id="rId16" Type="http://schemas.openxmlformats.org/officeDocument/2006/relationships/customXml" Target="../ink/ink16.xml"/><Relationship Id="rId20" Type="http://schemas.openxmlformats.org/officeDocument/2006/relationships/customXml" Target="../ink/ink18.xml"/><Relationship Id="rId29" Type="http://schemas.openxmlformats.org/officeDocument/2006/relationships/customXml" Target="../ink/ink22.xml"/><Relationship Id="rId41" Type="http://schemas.openxmlformats.org/officeDocument/2006/relationships/customXml" Target="../ink/ink28.xml"/><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17.png"/><Relationship Id="rId24" Type="http://schemas.openxmlformats.org/officeDocument/2006/relationships/image" Target="../media/image24.png"/><Relationship Id="rId32" Type="http://schemas.openxmlformats.org/officeDocument/2006/relationships/image" Target="../media/image28.png"/><Relationship Id="rId37" Type="http://schemas.openxmlformats.org/officeDocument/2006/relationships/customXml" Target="../ink/ink26.xml"/><Relationship Id="rId40" Type="http://schemas.openxmlformats.org/officeDocument/2006/relationships/image" Target="../media/image32.png"/><Relationship Id="rId5" Type="http://schemas.openxmlformats.org/officeDocument/2006/relationships/image" Target="../media/image14.png"/><Relationship Id="rId15" Type="http://schemas.openxmlformats.org/officeDocument/2006/relationships/image" Target="../media/image19.png"/><Relationship Id="rId23" Type="http://schemas.openxmlformats.org/officeDocument/2006/relationships/image" Target="../media/image23.png"/><Relationship Id="rId28" Type="http://schemas.openxmlformats.org/officeDocument/2006/relationships/image" Target="../media/image26.png"/><Relationship Id="rId36" Type="http://schemas.openxmlformats.org/officeDocument/2006/relationships/image" Target="../media/image30.png"/><Relationship Id="rId10" Type="http://schemas.openxmlformats.org/officeDocument/2006/relationships/customXml" Target="../ink/ink13.xml"/><Relationship Id="rId19" Type="http://schemas.openxmlformats.org/officeDocument/2006/relationships/image" Target="../media/image21.png"/><Relationship Id="rId31" Type="http://schemas.openxmlformats.org/officeDocument/2006/relationships/customXml" Target="../ink/ink23.xml"/><Relationship Id="rId4" Type="http://schemas.openxmlformats.org/officeDocument/2006/relationships/customXml" Target="../ink/ink10.xml"/><Relationship Id="rId9" Type="http://schemas.openxmlformats.org/officeDocument/2006/relationships/image" Target="../media/image16.png"/><Relationship Id="rId14" Type="http://schemas.openxmlformats.org/officeDocument/2006/relationships/customXml" Target="../ink/ink15.xml"/><Relationship Id="rId22" Type="http://schemas.openxmlformats.org/officeDocument/2006/relationships/customXml" Target="../ink/ink19.xml"/><Relationship Id="rId27" Type="http://schemas.openxmlformats.org/officeDocument/2006/relationships/customXml" Target="../ink/ink21.xml"/><Relationship Id="rId30" Type="http://schemas.openxmlformats.org/officeDocument/2006/relationships/image" Target="../media/image27.png"/><Relationship Id="rId35" Type="http://schemas.openxmlformats.org/officeDocument/2006/relationships/customXml" Target="../ink/ink25.xml"/><Relationship Id="rId8" Type="http://schemas.openxmlformats.org/officeDocument/2006/relationships/customXml" Target="../ink/ink12.xml"/><Relationship Id="rId3" Type="http://schemas.openxmlformats.org/officeDocument/2006/relationships/image" Target="../media/image13.png"/><Relationship Id="rId12" Type="http://schemas.openxmlformats.org/officeDocument/2006/relationships/customXml" Target="../ink/ink14.xml"/><Relationship Id="rId17" Type="http://schemas.openxmlformats.org/officeDocument/2006/relationships/image" Target="../media/image20.png"/><Relationship Id="rId25" Type="http://schemas.openxmlformats.org/officeDocument/2006/relationships/customXml" Target="../ink/ink20.xml"/><Relationship Id="rId33" Type="http://schemas.openxmlformats.org/officeDocument/2006/relationships/customXml" Target="../ink/ink24.xml"/><Relationship Id="rId38"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76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FA20-8080-7D92-88D5-ED3396CDAF3D}"/>
              </a:ext>
            </a:extLst>
          </p:cNvPr>
          <p:cNvSpPr>
            <a:spLocks noGrp="1"/>
          </p:cNvSpPr>
          <p:nvPr>
            <p:ph type="ctrTitle"/>
          </p:nvPr>
        </p:nvSpPr>
        <p:spPr>
          <a:xfrm>
            <a:off x="965200" y="969263"/>
            <a:ext cx="10629900" cy="2822191"/>
          </a:xfrm>
        </p:spPr>
        <p:txBody>
          <a:bodyPr anchor="b">
            <a:noAutofit/>
          </a:bodyPr>
          <a:lstStyle/>
          <a:p>
            <a:r>
              <a:rPr lang="en-GB" dirty="0"/>
              <a:t>Generate Binary Black Hole Initial Data with Physics-Informed </a:t>
            </a:r>
            <a:r>
              <a:rPr lang="en-GB" dirty="0" err="1"/>
              <a:t>DeepONet</a:t>
            </a:r>
            <a:endParaRPr lang="en-GB" dirty="0"/>
          </a:p>
        </p:txBody>
      </p:sp>
      <p:sp>
        <p:nvSpPr>
          <p:cNvPr id="3" name="Subtitle 2">
            <a:extLst>
              <a:ext uri="{FF2B5EF4-FFF2-40B4-BE49-F238E27FC236}">
                <a16:creationId xmlns:a16="http://schemas.microsoft.com/office/drawing/2014/main" id="{C4590781-FB64-A73F-A0BB-049195C85D6E}"/>
              </a:ext>
            </a:extLst>
          </p:cNvPr>
          <p:cNvSpPr>
            <a:spLocks noGrp="1"/>
          </p:cNvSpPr>
          <p:nvPr>
            <p:ph type="subTitle" idx="1"/>
          </p:nvPr>
        </p:nvSpPr>
        <p:spPr>
          <a:xfrm>
            <a:off x="3764521" y="4177027"/>
            <a:ext cx="4662957" cy="1395022"/>
          </a:xfrm>
        </p:spPr>
        <p:txBody>
          <a:bodyPr anchor="t">
            <a:normAutofit fontScale="62500" lnSpcReduction="20000"/>
          </a:bodyPr>
          <a:lstStyle/>
          <a:p>
            <a:endParaRPr lang="en-GB" sz="1800"/>
          </a:p>
          <a:p>
            <a:r>
              <a:rPr lang="en-GB" sz="3500"/>
              <a:t>Hilary Wu</a:t>
            </a:r>
          </a:p>
          <a:p>
            <a:r>
              <a:rPr lang="en-GB" sz="3500"/>
              <a:t>Imperial College London</a:t>
            </a:r>
          </a:p>
          <a:p>
            <a:r>
              <a:rPr lang="en-GB" sz="3500"/>
              <a:t>Supervisor: Professor Yang Xiang</a:t>
            </a:r>
          </a:p>
        </p:txBody>
      </p:sp>
    </p:spTree>
    <p:extLst>
      <p:ext uri="{BB962C8B-B14F-4D97-AF65-F5344CB8AC3E}">
        <p14:creationId xmlns:p14="http://schemas.microsoft.com/office/powerpoint/2010/main" val="1497923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6F0FB-1D3C-410E-8F64-5BC043338CDA}"/>
              </a:ext>
            </a:extLst>
          </p:cNvPr>
          <p:cNvSpPr txBox="1">
            <a:spLocks/>
          </p:cNvSpPr>
          <p:nvPr/>
        </p:nvSpPr>
        <p:spPr>
          <a:xfrm>
            <a:off x="614129" y="530352"/>
            <a:ext cx="4177327" cy="731520"/>
          </a:xfrm>
          <a:prstGeom prst="rect">
            <a:avLst/>
          </a:prstGeom>
        </p:spPr>
        <p:txBody>
          <a:bodyPr anchor="b">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r>
              <a:rPr lang="en-GB" sz="4000"/>
              <a:t>Background</a:t>
            </a:r>
          </a:p>
        </p:txBody>
      </p:sp>
      <p:sp>
        <p:nvSpPr>
          <p:cNvPr id="3" name="Content Placeholder 2">
            <a:extLst>
              <a:ext uri="{FF2B5EF4-FFF2-40B4-BE49-F238E27FC236}">
                <a16:creationId xmlns:a16="http://schemas.microsoft.com/office/drawing/2014/main" id="{B1098C44-D2EA-2E15-48C8-EE78C01F9316}"/>
              </a:ext>
            </a:extLst>
          </p:cNvPr>
          <p:cNvSpPr txBox="1">
            <a:spLocks/>
          </p:cNvSpPr>
          <p:nvPr/>
        </p:nvSpPr>
        <p:spPr>
          <a:xfrm>
            <a:off x="500743" y="1431052"/>
            <a:ext cx="4789714" cy="4980634"/>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Processing of gravitational wave data </a:t>
            </a:r>
          </a:p>
          <a:p>
            <a:pPr>
              <a:lnSpc>
                <a:spcPct val="100000"/>
              </a:lnSpc>
            </a:pPr>
            <a:endParaRPr lang="en-GB"/>
          </a:p>
          <a:p>
            <a:pPr>
              <a:lnSpc>
                <a:spcPct val="100000"/>
              </a:lnSpc>
            </a:pPr>
            <a:r>
              <a:rPr lang="en-GB"/>
              <a:t>Traditional numerical relativity (NR) techniques vs. ML techniques</a:t>
            </a:r>
          </a:p>
          <a:p>
            <a:pPr>
              <a:lnSpc>
                <a:spcPct val="100000"/>
              </a:lnSpc>
            </a:pPr>
            <a:endParaRPr lang="en-GB"/>
          </a:p>
          <a:p>
            <a:pPr>
              <a:lnSpc>
                <a:spcPct val="100000"/>
              </a:lnSpc>
            </a:pPr>
            <a:r>
              <a:rPr lang="en-GB"/>
              <a:t>Focus on non-spinning binary black hole (BBH) systems</a:t>
            </a:r>
          </a:p>
          <a:p>
            <a:pPr marL="0" indent="0">
              <a:buFont typeface="Arial" panose="020B0604020202020204" pitchFamily="34" charset="0"/>
              <a:buNone/>
            </a:pPr>
            <a:endParaRPr lang="en-GB" sz="1400"/>
          </a:p>
          <a:p>
            <a:endParaRPr lang="en-GB" sz="1400"/>
          </a:p>
        </p:txBody>
      </p:sp>
      <p:pic>
        <p:nvPicPr>
          <p:cNvPr id="6" name="videoplayback (1)">
            <a:hlinkClick r:id="" action="ppaction://media"/>
            <a:extLst>
              <a:ext uri="{FF2B5EF4-FFF2-40B4-BE49-F238E27FC236}">
                <a16:creationId xmlns:a16="http://schemas.microsoft.com/office/drawing/2014/main" id="{4E069373-5E61-E64F-B05A-3700776069B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19617" y="1631997"/>
            <a:ext cx="6389346" cy="3594006"/>
          </a:xfrm>
          <a:prstGeom prst="rect">
            <a:avLst/>
          </a:prstGeom>
        </p:spPr>
      </p:pic>
    </p:spTree>
    <p:extLst>
      <p:ext uri="{BB962C8B-B14F-4D97-AF65-F5344CB8AC3E}">
        <p14:creationId xmlns:p14="http://schemas.microsoft.com/office/powerpoint/2010/main" val="2301956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12"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repeatCount="indefinite" fill="hold" display="0">
                  <p:stCondLst>
                    <p:cond delay="indefinite"/>
                  </p:stCondLst>
                </p:cTn>
                <p:tgtEl>
                  <p:spTgt spid="6"/>
                </p:tgtEl>
              </p:cMediaNode>
            </p:video>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F5C17-B7FB-C88D-9872-395A86E8C193}"/>
              </a:ext>
            </a:extLst>
          </p:cNvPr>
          <p:cNvSpPr>
            <a:spLocks noGrp="1"/>
          </p:cNvSpPr>
          <p:nvPr>
            <p:ph type="title"/>
          </p:nvPr>
        </p:nvSpPr>
        <p:spPr/>
        <p:txBody>
          <a:bodyPr/>
          <a:lstStyle/>
          <a:p>
            <a:r>
              <a:rPr lang="en-GB"/>
              <a:t>Theory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2CEAFD-F254-5C1B-1AAA-AE42879A6ABB}"/>
                  </a:ext>
                </a:extLst>
              </p:cNvPr>
              <p:cNvSpPr>
                <a:spLocks noGrp="1"/>
              </p:cNvSpPr>
              <p:nvPr>
                <p:ph idx="1"/>
              </p:nvPr>
            </p:nvSpPr>
            <p:spPr/>
            <p:txBody>
              <a:bodyPr>
                <a:normAutofit/>
              </a:bodyPr>
              <a:lstStyle/>
              <a:p>
                <a:pPr marL="0" indent="0">
                  <a:buNone/>
                </a:pPr>
                <a:r>
                  <a:rPr lang="en-GB"/>
                  <a:t>Einstein’s Field Equations:</a:t>
                </a:r>
              </a:p>
              <a:p>
                <a:pPr marL="0" indent="0">
                  <a:buNone/>
                </a:pPr>
                <a:endParaRPr lang="en-GB"/>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𝜇𝜈</m:t>
                          </m:r>
                        </m:sub>
                      </m:sSub>
                      <m:r>
                        <a:rPr lang="en-US" i="1">
                          <a:latin typeface="Cambria Math" panose="02040503050406030204" pitchFamily="18" charset="0"/>
                        </a:rPr>
                        <m:t>=8</m:t>
                      </m:r>
                      <m:r>
                        <a:rPr lang="en-US" i="1">
                          <a:latin typeface="Cambria Math" panose="02040503050406030204" pitchFamily="18" charset="0"/>
                        </a:rPr>
                        <m:t>𝜋</m:t>
                      </m:r>
                      <m:r>
                        <a:rPr lang="en-US" i="1">
                          <a:latin typeface="Cambria Math" panose="02040503050406030204" pitchFamily="18" charset="0"/>
                        </a:rPr>
                        <m:t>𝐺</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𝜇𝜈</m:t>
                          </m:r>
                        </m:sub>
                      </m:sSub>
                    </m:oMath>
                  </m:oMathPara>
                </a14:m>
                <a:endParaRPr lang="en-GB"/>
              </a:p>
              <a:p>
                <a:pPr marL="0" indent="0">
                  <a:buNone/>
                </a:pPr>
                <a:endParaRPr lang="en-GB"/>
              </a:p>
              <a:p>
                <a:pPr marL="0" indent="0">
                  <a:buNone/>
                </a:pPr>
                <a:r>
                  <a:rPr lang="en-GB"/>
                  <a:t>Hamiltonian Constraint Equation:</a:t>
                </a:r>
              </a:p>
              <a:p>
                <a:pPr marL="0" indent="0">
                  <a:buNone/>
                </a:pPr>
                <a:endParaRPr lang="en-GB"/>
              </a:p>
              <a:p>
                <a:pPr marL="0" indent="0">
                  <a:buNone/>
                </a:pPr>
                <a14:m>
                  <m:oMathPara xmlns:m="http://schemas.openxmlformats.org/officeDocument/2006/math">
                    <m:oMath>
                      <m:r>
                        <m:rPr>
                          <m:sty m:val="p"/>
                        </m:rPr>
                        <a:rPr lang="en-US" i="1">
                          <a:latin typeface="Cambria Math" panose="02040503050406030204" pitchFamily="18" charset="0"/>
                        </a:rPr>
                        <m:t>Δu</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8</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𝑛</m:t>
                                  </m:r>
                                </m:sub>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𝑛</m:t>
                                          </m:r>
                                        </m:sub>
                                      </m:sSub>
                                    </m:num>
                                    <m:den>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𝑛</m:t>
                                          </m:r>
                                        </m:sub>
                                      </m:sSub>
                                    </m:den>
                                  </m:f>
                                </m:e>
                              </m:nary>
                              <m:r>
                                <a:rPr lang="en-US" i="1">
                                  <a:latin typeface="Cambria Math" panose="02040503050406030204" pitchFamily="18" charset="0"/>
                                </a:rPr>
                                <m:t>+</m:t>
                              </m:r>
                              <m:r>
                                <m:rPr>
                                  <m:sty m:val="p"/>
                                </m:rPr>
                                <a:rPr lang="en-US" i="1">
                                  <a:latin typeface="Cambria Math" panose="02040503050406030204" pitchFamily="18" charset="0"/>
                                </a:rPr>
                                <m:t>u</m:t>
                              </m:r>
                            </m:e>
                          </m:d>
                        </m:e>
                        <m:sup>
                          <m:r>
                            <a:rPr lang="en-US" i="1">
                              <a:latin typeface="Cambria Math" panose="02040503050406030204" pitchFamily="18" charset="0"/>
                            </a:rPr>
                            <m:t>−7</m:t>
                          </m:r>
                        </m:sup>
                      </m:sSup>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b>
                          <m:r>
                            <a:rPr lang="en-US" i="1">
                              <a:latin typeface="Cambria Math" panose="02040503050406030204" pitchFamily="18" charset="0"/>
                            </a:rPr>
                            <m:t>𝑖𝑗</m:t>
                          </m:r>
                        </m:sub>
                      </m:sSub>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p>
                          <m:r>
                            <a:rPr lang="en-US" i="1">
                              <a:latin typeface="Cambria Math" panose="02040503050406030204" pitchFamily="18" charset="0"/>
                            </a:rPr>
                            <m:t>𝑖𝑗</m:t>
                          </m:r>
                        </m:sup>
                      </m:sSup>
                      <m:r>
                        <a:rPr lang="en-US" i="1">
                          <a:latin typeface="Cambria Math" panose="02040503050406030204" pitchFamily="18" charset="0"/>
                        </a:rPr>
                        <m:t>=0</m:t>
                      </m:r>
                    </m:oMath>
                  </m:oMathPara>
                </a14:m>
                <a:endParaRPr lang="en-US"/>
              </a:p>
              <a:p>
                <a:pPr marL="0" indent="0">
                  <a:buNone/>
                </a:pPr>
                <a:endParaRPr lang="en-GB"/>
              </a:p>
            </p:txBody>
          </p:sp>
        </mc:Choice>
        <mc:Fallback xmlns="">
          <p:sp>
            <p:nvSpPr>
              <p:cNvPr id="3" name="Content Placeholder 2">
                <a:extLst>
                  <a:ext uri="{FF2B5EF4-FFF2-40B4-BE49-F238E27FC236}">
                    <a16:creationId xmlns:a16="http://schemas.microsoft.com/office/drawing/2014/main" id="{5A2CEAFD-F254-5C1B-1AAA-AE42879A6ABB}"/>
                  </a:ext>
                </a:extLst>
              </p:cNvPr>
              <p:cNvSpPr>
                <a:spLocks noGrp="1" noRot="1" noChangeAspect="1" noMove="1" noResize="1" noEditPoints="1" noAdjustHandles="1" noChangeArrowheads="1" noChangeShapeType="1" noTextEdit="1"/>
              </p:cNvSpPr>
              <p:nvPr>
                <p:ph idx="1"/>
              </p:nvPr>
            </p:nvSpPr>
            <p:spPr>
              <a:blipFill>
                <a:blip r:embed="rId3"/>
                <a:stretch>
                  <a:fillRect l="-1217" t="-2381"/>
                </a:stretch>
              </a:blipFill>
            </p:spPr>
            <p:txBody>
              <a:bodyPr/>
              <a:lstStyle/>
              <a:p>
                <a:r>
                  <a:rPr lang="en-US">
                    <a:noFill/>
                  </a:rPr>
                  <a:t> </a:t>
                </a:r>
              </a:p>
            </p:txBody>
          </p:sp>
        </mc:Fallback>
      </mc:AlternateContent>
    </p:spTree>
    <p:extLst>
      <p:ext uri="{BB962C8B-B14F-4D97-AF65-F5344CB8AC3E}">
        <p14:creationId xmlns:p14="http://schemas.microsoft.com/office/powerpoint/2010/main" val="87075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BF5CC6-A0B8-3216-6939-8B39D5FB5F99}"/>
              </a:ext>
            </a:extLst>
          </p:cNvPr>
          <p:cNvPicPr>
            <a:picLocks noChangeAspect="1"/>
          </p:cNvPicPr>
          <p:nvPr/>
        </p:nvPicPr>
        <p:blipFill>
          <a:blip r:embed="rId3"/>
          <a:stretch>
            <a:fillRect/>
          </a:stretch>
        </p:blipFill>
        <p:spPr>
          <a:xfrm>
            <a:off x="1524000" y="0"/>
            <a:ext cx="914400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E1E49589-5953-1ED5-5FFD-0B5DF19BD775}"/>
                  </a:ext>
                </a:extLst>
              </p14:cNvPr>
              <p14:cNvContentPartPr/>
              <p14:nvPr/>
            </p14:nvContentPartPr>
            <p14:xfrm>
              <a:off x="1523693" y="6767293"/>
              <a:ext cx="100440" cy="92520"/>
            </p14:xfrm>
          </p:contentPart>
        </mc:Choice>
        <mc:Fallback xmlns="">
          <p:pic>
            <p:nvPicPr>
              <p:cNvPr id="8" name="Ink 7">
                <a:extLst>
                  <a:ext uri="{FF2B5EF4-FFF2-40B4-BE49-F238E27FC236}">
                    <a16:creationId xmlns:a16="http://schemas.microsoft.com/office/drawing/2014/main" id="{E1E49589-5953-1ED5-5FFD-0B5DF19BD775}"/>
                  </a:ext>
                </a:extLst>
              </p:cNvPr>
              <p:cNvPicPr/>
              <p:nvPr/>
            </p:nvPicPr>
            <p:blipFill>
              <a:blip r:embed="rId5"/>
              <a:stretch>
                <a:fillRect/>
              </a:stretch>
            </p:blipFill>
            <p:spPr>
              <a:xfrm>
                <a:off x="1517573" y="6761149"/>
                <a:ext cx="112680" cy="10480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BBD73E7-4A85-8EEF-DB04-9FF3896AACCF}"/>
                  </a:ext>
                </a:extLst>
              </p14:cNvPr>
              <p14:cNvContentPartPr/>
              <p14:nvPr/>
            </p14:nvContentPartPr>
            <p14:xfrm>
              <a:off x="1518653" y="6776293"/>
              <a:ext cx="79560" cy="83880"/>
            </p14:xfrm>
          </p:contentPart>
        </mc:Choice>
        <mc:Fallback xmlns="">
          <p:pic>
            <p:nvPicPr>
              <p:cNvPr id="9" name="Ink 8">
                <a:extLst>
                  <a:ext uri="{FF2B5EF4-FFF2-40B4-BE49-F238E27FC236}">
                    <a16:creationId xmlns:a16="http://schemas.microsoft.com/office/drawing/2014/main" id="{ABBD73E7-4A85-8EEF-DB04-9FF3896AACCF}"/>
                  </a:ext>
                </a:extLst>
              </p:cNvPr>
              <p:cNvPicPr/>
              <p:nvPr/>
            </p:nvPicPr>
            <p:blipFill>
              <a:blip r:embed="rId7"/>
              <a:stretch>
                <a:fillRect/>
              </a:stretch>
            </p:blipFill>
            <p:spPr>
              <a:xfrm>
                <a:off x="1512561" y="6770173"/>
                <a:ext cx="91745"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86CE5E5-8698-AEE3-76AA-B6541F4D1E04}"/>
                  </a:ext>
                </a:extLst>
              </p14:cNvPr>
              <p14:cNvContentPartPr/>
              <p14:nvPr/>
            </p14:nvContentPartPr>
            <p14:xfrm>
              <a:off x="1520573" y="-1510"/>
              <a:ext cx="111600" cy="105120"/>
            </p14:xfrm>
          </p:contentPart>
        </mc:Choice>
        <mc:Fallback xmlns="">
          <p:pic>
            <p:nvPicPr>
              <p:cNvPr id="10" name="Ink 9">
                <a:extLst>
                  <a:ext uri="{FF2B5EF4-FFF2-40B4-BE49-F238E27FC236}">
                    <a16:creationId xmlns:a16="http://schemas.microsoft.com/office/drawing/2014/main" id="{A86CE5E5-8698-AEE3-76AA-B6541F4D1E04}"/>
                  </a:ext>
                </a:extLst>
              </p:cNvPr>
              <p:cNvPicPr/>
              <p:nvPr/>
            </p:nvPicPr>
            <p:blipFill>
              <a:blip r:embed="rId9"/>
              <a:stretch>
                <a:fillRect/>
              </a:stretch>
            </p:blipFill>
            <p:spPr>
              <a:xfrm>
                <a:off x="1514433" y="-7630"/>
                <a:ext cx="123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65DBD5FF-8D34-DDDB-16E5-2403BA99FF83}"/>
                  </a:ext>
                </a:extLst>
              </p14:cNvPr>
              <p14:cNvContentPartPr/>
              <p14:nvPr/>
            </p14:nvContentPartPr>
            <p14:xfrm>
              <a:off x="1517693" y="-10150"/>
              <a:ext cx="72000" cy="90000"/>
            </p14:xfrm>
          </p:contentPart>
        </mc:Choice>
        <mc:Fallback xmlns="">
          <p:pic>
            <p:nvPicPr>
              <p:cNvPr id="11" name="Ink 10">
                <a:extLst>
                  <a:ext uri="{FF2B5EF4-FFF2-40B4-BE49-F238E27FC236}">
                    <a16:creationId xmlns:a16="http://schemas.microsoft.com/office/drawing/2014/main" id="{65DBD5FF-8D34-DDDB-16E5-2403BA99FF83}"/>
                  </a:ext>
                </a:extLst>
              </p:cNvPr>
              <p:cNvPicPr/>
              <p:nvPr/>
            </p:nvPicPr>
            <p:blipFill>
              <a:blip r:embed="rId11"/>
              <a:stretch>
                <a:fillRect/>
              </a:stretch>
            </p:blipFill>
            <p:spPr>
              <a:xfrm>
                <a:off x="1511573" y="-16270"/>
                <a:ext cx="842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503B4E52-02EC-96F9-3B3D-46CDAA5169B4}"/>
                  </a:ext>
                </a:extLst>
              </p14:cNvPr>
              <p14:cNvContentPartPr/>
              <p14:nvPr/>
            </p14:nvContentPartPr>
            <p14:xfrm>
              <a:off x="10616963" y="3170"/>
              <a:ext cx="14760" cy="6840"/>
            </p14:xfrm>
          </p:contentPart>
        </mc:Choice>
        <mc:Fallback xmlns="">
          <p:pic>
            <p:nvPicPr>
              <p:cNvPr id="12" name="Ink 11">
                <a:extLst>
                  <a:ext uri="{FF2B5EF4-FFF2-40B4-BE49-F238E27FC236}">
                    <a16:creationId xmlns:a16="http://schemas.microsoft.com/office/drawing/2014/main" id="{503B4E52-02EC-96F9-3B3D-46CDAA5169B4}"/>
                  </a:ext>
                </a:extLst>
              </p:cNvPr>
              <p:cNvPicPr/>
              <p:nvPr/>
            </p:nvPicPr>
            <p:blipFill>
              <a:blip r:embed="rId13"/>
              <a:stretch>
                <a:fillRect/>
              </a:stretch>
            </p:blipFill>
            <p:spPr>
              <a:xfrm>
                <a:off x="10610843" y="-2950"/>
                <a:ext cx="2700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8206C776-E36E-E8F9-D674-CAB6180C2006}"/>
                  </a:ext>
                </a:extLst>
              </p14:cNvPr>
              <p14:cNvContentPartPr/>
              <p14:nvPr/>
            </p14:nvContentPartPr>
            <p14:xfrm>
              <a:off x="10553603" y="-2230"/>
              <a:ext cx="127080" cy="108720"/>
            </p14:xfrm>
          </p:contentPart>
        </mc:Choice>
        <mc:Fallback xmlns="">
          <p:pic>
            <p:nvPicPr>
              <p:cNvPr id="13" name="Ink 12">
                <a:extLst>
                  <a:ext uri="{FF2B5EF4-FFF2-40B4-BE49-F238E27FC236}">
                    <a16:creationId xmlns:a16="http://schemas.microsoft.com/office/drawing/2014/main" id="{8206C776-E36E-E8F9-D674-CAB6180C2006}"/>
                  </a:ext>
                </a:extLst>
              </p:cNvPr>
              <p:cNvPicPr/>
              <p:nvPr/>
            </p:nvPicPr>
            <p:blipFill>
              <a:blip r:embed="rId15"/>
              <a:stretch>
                <a:fillRect/>
              </a:stretch>
            </p:blipFill>
            <p:spPr>
              <a:xfrm>
                <a:off x="10547483" y="-8350"/>
                <a:ext cx="1393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8D52FF3E-065D-1ED8-15B5-C0136F80208C}"/>
                  </a:ext>
                </a:extLst>
              </p14:cNvPr>
              <p14:cNvContentPartPr/>
              <p14:nvPr/>
            </p14:nvContentPartPr>
            <p14:xfrm>
              <a:off x="10598603" y="-20230"/>
              <a:ext cx="100800" cy="143640"/>
            </p14:xfrm>
          </p:contentPart>
        </mc:Choice>
        <mc:Fallback xmlns="">
          <p:pic>
            <p:nvPicPr>
              <p:cNvPr id="15" name="Ink 14">
                <a:extLst>
                  <a:ext uri="{FF2B5EF4-FFF2-40B4-BE49-F238E27FC236}">
                    <a16:creationId xmlns:a16="http://schemas.microsoft.com/office/drawing/2014/main" id="{8D52FF3E-065D-1ED8-15B5-C0136F80208C}"/>
                  </a:ext>
                </a:extLst>
              </p:cNvPr>
              <p:cNvPicPr/>
              <p:nvPr/>
            </p:nvPicPr>
            <p:blipFill>
              <a:blip r:embed="rId17"/>
              <a:stretch>
                <a:fillRect/>
              </a:stretch>
            </p:blipFill>
            <p:spPr>
              <a:xfrm>
                <a:off x="10592483" y="-26350"/>
                <a:ext cx="1130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BB6461FB-05C5-C31A-3F60-48CF05A957B4}"/>
                  </a:ext>
                </a:extLst>
              </p14:cNvPr>
              <p14:cNvContentPartPr/>
              <p14:nvPr/>
            </p14:nvContentPartPr>
            <p14:xfrm>
              <a:off x="10571113" y="6750018"/>
              <a:ext cx="100080" cy="113040"/>
            </p14:xfrm>
          </p:contentPart>
        </mc:Choice>
        <mc:Fallback xmlns="">
          <p:pic>
            <p:nvPicPr>
              <p:cNvPr id="16" name="Ink 15">
                <a:extLst>
                  <a:ext uri="{FF2B5EF4-FFF2-40B4-BE49-F238E27FC236}">
                    <a16:creationId xmlns:a16="http://schemas.microsoft.com/office/drawing/2014/main" id="{BB6461FB-05C5-C31A-3F60-48CF05A957B4}"/>
                  </a:ext>
                </a:extLst>
              </p:cNvPr>
              <p:cNvPicPr/>
              <p:nvPr/>
            </p:nvPicPr>
            <p:blipFill>
              <a:blip r:embed="rId19"/>
              <a:stretch>
                <a:fillRect/>
              </a:stretch>
            </p:blipFill>
            <p:spPr>
              <a:xfrm>
                <a:off x="10564993" y="6743898"/>
                <a:ext cx="1123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463D58D0-2718-2672-843A-A14847777F7E}"/>
                  </a:ext>
                </a:extLst>
              </p14:cNvPr>
              <p14:cNvContentPartPr/>
              <p14:nvPr/>
            </p14:nvContentPartPr>
            <p14:xfrm>
              <a:off x="10615753" y="6810138"/>
              <a:ext cx="59400" cy="59400"/>
            </p14:xfrm>
          </p:contentPart>
        </mc:Choice>
        <mc:Fallback xmlns="">
          <p:pic>
            <p:nvPicPr>
              <p:cNvPr id="17" name="Ink 16">
                <a:extLst>
                  <a:ext uri="{FF2B5EF4-FFF2-40B4-BE49-F238E27FC236}">
                    <a16:creationId xmlns:a16="http://schemas.microsoft.com/office/drawing/2014/main" id="{463D58D0-2718-2672-843A-A14847777F7E}"/>
                  </a:ext>
                </a:extLst>
              </p:cNvPr>
              <p:cNvPicPr/>
              <p:nvPr/>
            </p:nvPicPr>
            <p:blipFill>
              <a:blip r:embed="rId21"/>
              <a:stretch>
                <a:fillRect/>
              </a:stretch>
            </p:blipFill>
            <p:spPr>
              <a:xfrm>
                <a:off x="10609633" y="6804018"/>
                <a:ext cx="71640" cy="71640"/>
              </a:xfrm>
              <a:prstGeom prst="rect">
                <a:avLst/>
              </a:prstGeom>
            </p:spPr>
          </p:pic>
        </mc:Fallback>
      </mc:AlternateContent>
    </p:spTree>
    <p:extLst>
      <p:ext uri="{BB962C8B-B14F-4D97-AF65-F5344CB8AC3E}">
        <p14:creationId xmlns:p14="http://schemas.microsoft.com/office/powerpoint/2010/main" val="4161061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20CF-449A-D447-8A58-32D815C9CD1C}"/>
              </a:ext>
            </a:extLst>
          </p:cNvPr>
          <p:cNvSpPr>
            <a:spLocks noGrp="1"/>
          </p:cNvSpPr>
          <p:nvPr>
            <p:ph type="title"/>
          </p:nvPr>
        </p:nvSpPr>
        <p:spPr>
          <a:xfrm>
            <a:off x="838200" y="34880"/>
            <a:ext cx="10515600" cy="1325563"/>
          </a:xfrm>
        </p:spPr>
        <p:txBody>
          <a:bodyPr/>
          <a:lstStyle/>
          <a:p>
            <a:r>
              <a:rPr lang="en-GB"/>
              <a:t>Setup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3110B0-EA5E-382C-F231-40DA1ADB0D85}"/>
                  </a:ext>
                </a:extLst>
              </p:cNvPr>
              <p:cNvSpPr>
                <a:spLocks noGrp="1"/>
              </p:cNvSpPr>
              <p:nvPr>
                <p:ph idx="1"/>
              </p:nvPr>
            </p:nvSpPr>
            <p:spPr>
              <a:xfrm>
                <a:off x="838200" y="945219"/>
                <a:ext cx="5143140" cy="5330951"/>
              </a:xfrm>
            </p:spPr>
            <p:txBody>
              <a:bodyPr>
                <a:normAutofit fontScale="92500"/>
              </a:bodyPr>
              <a:lstStyle/>
              <a:p>
                <a:pPr marL="0" indent="0">
                  <a:lnSpc>
                    <a:spcPct val="150000"/>
                  </a:lnSpc>
                  <a:buNone/>
                </a:pPr>
                <a:r>
                  <a:rPr lang="en-GB"/>
                  <a:t>Generate BBH initial data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m:t>
                        </m:r>
                      </m:sub>
                    </m:sSub>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0.15,0.25,0.35,0.45</m:t>
                        </m:r>
                      </m:e>
                    </m:d>
                  </m:oMath>
                </a14:m>
                <a:endParaRPr lang="en-GB" i="1">
                  <a:latin typeface="Cambria Math" panose="02040503050406030204" pitchFamily="18" charset="0"/>
                </a:endParaRPr>
              </a:p>
              <a:p>
                <a:pPr marL="0" indent="0" algn="ctr">
                  <a:lnSpc>
                    <a:spcPct val="150000"/>
                  </a:lnSpc>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m:t>
                          </m:r>
                        </m:sub>
                      </m:sSub>
                      <m:r>
                        <a:rPr lang="en-US" i="1">
                          <a:latin typeface="Cambria Math" panose="02040503050406030204" pitchFamily="18" charset="0"/>
                        </a:rPr>
                        <m:t>=1</m:t>
                      </m:r>
                    </m:oMath>
                  </m:oMathPara>
                </a14:m>
                <a:endParaRPr lang="en-GB" b="0" i="1">
                  <a:latin typeface="Cambria Math" panose="02040503050406030204" pitchFamily="18" charset="0"/>
                </a:endParaRPr>
              </a:p>
              <a:p>
                <a:pPr marL="0" indent="0" algn="ctr">
                  <a:lnSpc>
                    <a:spcPct val="150000"/>
                  </a:lnSpc>
                  <a:buNone/>
                </a:pPr>
                <a14:m>
                  <m:oMathPara xmlns:m="http://schemas.openxmlformats.org/officeDocument/2006/math">
                    <m:oMath>
                      <m:r>
                        <a:rPr lang="en-GB" b="0" i="1" smtClean="0">
                          <a:latin typeface="Cambria Math" panose="02040503050406030204" pitchFamily="18" charset="0"/>
                        </a:rPr>
                        <m:t>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m:t>
                              </m:r>
                            </m:sub>
                          </m:sSub>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3,0,0</m:t>
                          </m:r>
                        </m:e>
                      </m:d>
                    </m:oMath>
                  </m:oMathPara>
                </a14:m>
                <a:endParaRPr lang="en-US" b="0" i="1">
                  <a:latin typeface="Cambria Math" panose="02040503050406030204" pitchFamily="18" charset="0"/>
                </a:endParaRPr>
              </a:p>
              <a:p>
                <a:pPr marL="0" indent="0" algn="ctr">
                  <a:lnSpc>
                    <a:spcPct val="150000"/>
                  </a:lnSpc>
                  <a:buNone/>
                </a:pPr>
                <a14:m>
                  <m:oMathPara xmlns:m="http://schemas.openxmlformats.org/officeDocument/2006/math">
                    <m:o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m:t>
                              </m:r>
                            </m:sub>
                          </m:sSub>
                        </m:e>
                      </m:acc>
                      <m:r>
                        <a:rPr lang="en-US" b="0" i="1" smtClean="0">
                          <a:latin typeface="Cambria Math" panose="02040503050406030204" pitchFamily="18" charset="0"/>
                        </a:rPr>
                        <m:t>=[−3, 0, 0]</m:t>
                      </m:r>
                    </m:oMath>
                  </m:oMathPara>
                </a14:m>
                <a:endParaRPr lang="en-US"/>
              </a:p>
              <a:p>
                <a:pPr>
                  <a:lnSpc>
                    <a:spcPct val="150000"/>
                  </a:lnSpc>
                </a:pPr>
                <a:r>
                  <a:rPr lang="en-GB"/>
                  <a:t>Spherical domain </a:t>
                </a:r>
                <a14:m>
                  <m:oMath xmlns:m="http://schemas.openxmlformats.org/officeDocument/2006/math">
                    <m:r>
                      <a:rPr lang="en-US" b="0" i="1" smtClean="0">
                        <a:latin typeface="Cambria Math" panose="02040503050406030204" pitchFamily="18" charset="0"/>
                      </a:rPr>
                      <m:t>(</m:t>
                    </m:r>
                    <m:r>
                      <m:rPr>
                        <m:sty m:val="p"/>
                      </m:rPr>
                      <a:rPr lang="en-US" b="0" i="1" smtClean="0">
                        <a:latin typeface="Cambria Math" panose="02040503050406030204" pitchFamily="18" charset="0"/>
                      </a:rPr>
                      <m:t>R</m:t>
                    </m:r>
                    <m:r>
                      <a:rPr lang="en-US" b="0" i="1" smtClean="0">
                        <a:latin typeface="Cambria Math" panose="02040503050406030204" pitchFamily="18" charset="0"/>
                      </a:rPr>
                      <m:t>&lt;30)</m:t>
                    </m:r>
                  </m:oMath>
                </a14:m>
                <a:endParaRPr lang="en-GB"/>
              </a:p>
              <a:p>
                <a:pPr>
                  <a:lnSpc>
                    <a:spcPct val="150000"/>
                  </a:lnSpc>
                </a:pPr>
                <a:r>
                  <a:rPr lang="en-GB"/>
                  <a:t>Scale momenta with mass to simulate circular orbit</a:t>
                </a:r>
              </a:p>
              <a:p>
                <a:pPr marL="0" indent="0">
                  <a:buNone/>
                </a:pPr>
                <a:endParaRPr lang="en-US" b="0"/>
              </a:p>
              <a:p>
                <a:pPr marL="0" indent="0">
                  <a:buNone/>
                </a:pPr>
                <a:endParaRPr lang="en-GB"/>
              </a:p>
              <a:p>
                <a:pPr marL="0" indent="0">
                  <a:buNone/>
                </a:pPr>
                <a:endParaRPr lang="en-GB"/>
              </a:p>
            </p:txBody>
          </p:sp>
        </mc:Choice>
        <mc:Fallback xmlns="">
          <p:sp>
            <p:nvSpPr>
              <p:cNvPr id="3" name="Content Placeholder 2">
                <a:extLst>
                  <a:ext uri="{FF2B5EF4-FFF2-40B4-BE49-F238E27FC236}">
                    <a16:creationId xmlns:a16="http://schemas.microsoft.com/office/drawing/2014/main" id="{C13110B0-EA5E-382C-F231-40DA1ADB0D85}"/>
                  </a:ext>
                </a:extLst>
              </p:cNvPr>
              <p:cNvSpPr>
                <a:spLocks noGrp="1" noRot="1" noChangeAspect="1" noMove="1" noResize="1" noEditPoints="1" noAdjustHandles="1" noChangeArrowheads="1" noChangeShapeType="1" noTextEdit="1"/>
              </p:cNvSpPr>
              <p:nvPr>
                <p:ph idx="1"/>
              </p:nvPr>
            </p:nvSpPr>
            <p:spPr>
              <a:xfrm>
                <a:off x="838200" y="945219"/>
                <a:ext cx="5143140" cy="5330951"/>
              </a:xfrm>
              <a:blipFill>
                <a:blip r:embed="rId3"/>
                <a:stretch>
                  <a:fillRect l="-2135" r="-830"/>
                </a:stretch>
              </a:blipFill>
            </p:spPr>
            <p:txBody>
              <a:bodyPr/>
              <a:lstStyle/>
              <a:p>
                <a:r>
                  <a:rPr lang="en-GB">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5AED879-F56E-1512-C314-C18200C196A7}"/>
                  </a:ext>
                </a:extLst>
              </p14:cNvPr>
              <p14:cNvContentPartPr/>
              <p14:nvPr/>
            </p14:nvContentPartPr>
            <p14:xfrm>
              <a:off x="7003828" y="6669225"/>
              <a:ext cx="167760" cy="199800"/>
            </p14:xfrm>
          </p:contentPart>
        </mc:Choice>
        <mc:Fallback xmlns="">
          <p:pic>
            <p:nvPicPr>
              <p:cNvPr id="4" name="Ink 3">
                <a:extLst>
                  <a:ext uri="{FF2B5EF4-FFF2-40B4-BE49-F238E27FC236}">
                    <a16:creationId xmlns:a16="http://schemas.microsoft.com/office/drawing/2014/main" id="{E5AED879-F56E-1512-C314-C18200C196A7}"/>
                  </a:ext>
                </a:extLst>
              </p:cNvPr>
              <p:cNvPicPr/>
              <p:nvPr/>
            </p:nvPicPr>
            <p:blipFill>
              <a:blip r:embed="rId5"/>
              <a:stretch>
                <a:fillRect/>
              </a:stretch>
            </p:blipFill>
            <p:spPr>
              <a:xfrm>
                <a:off x="6997708" y="6663105"/>
                <a:ext cx="1800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2F5F052-9A19-4C5B-DB67-F9C14610930C}"/>
                  </a:ext>
                </a:extLst>
              </p14:cNvPr>
              <p14:cNvContentPartPr/>
              <p14:nvPr/>
            </p14:nvContentPartPr>
            <p14:xfrm>
              <a:off x="6714000" y="5731880"/>
              <a:ext cx="360" cy="360"/>
            </p14:xfrm>
          </p:contentPart>
        </mc:Choice>
        <mc:Fallback xmlns="">
          <p:pic>
            <p:nvPicPr>
              <p:cNvPr id="5" name="Ink 4">
                <a:extLst>
                  <a:ext uri="{FF2B5EF4-FFF2-40B4-BE49-F238E27FC236}">
                    <a16:creationId xmlns:a16="http://schemas.microsoft.com/office/drawing/2014/main" id="{E2F5F052-9A19-4C5B-DB67-F9C14610930C}"/>
                  </a:ext>
                </a:extLst>
              </p:cNvPr>
              <p:cNvPicPr/>
              <p:nvPr/>
            </p:nvPicPr>
            <p:blipFill>
              <a:blip r:embed="rId7"/>
              <a:stretch>
                <a:fillRect/>
              </a:stretch>
            </p:blipFill>
            <p:spPr>
              <a:xfrm>
                <a:off x="6707880" y="57257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15C47446-6CCA-EB50-4603-9E4C19D8F92F}"/>
                  </a:ext>
                </a:extLst>
              </p14:cNvPr>
              <p14:cNvContentPartPr/>
              <p14:nvPr/>
            </p14:nvContentPartPr>
            <p14:xfrm>
              <a:off x="7025673" y="-21930"/>
              <a:ext cx="136440" cy="190800"/>
            </p14:xfrm>
          </p:contentPart>
        </mc:Choice>
        <mc:Fallback xmlns="">
          <p:pic>
            <p:nvPicPr>
              <p:cNvPr id="6" name="Ink 5">
                <a:extLst>
                  <a:ext uri="{FF2B5EF4-FFF2-40B4-BE49-F238E27FC236}">
                    <a16:creationId xmlns:a16="http://schemas.microsoft.com/office/drawing/2014/main" id="{15C47446-6CCA-EB50-4603-9E4C19D8F92F}"/>
                  </a:ext>
                </a:extLst>
              </p:cNvPr>
              <p:cNvPicPr/>
              <p:nvPr/>
            </p:nvPicPr>
            <p:blipFill>
              <a:blip r:embed="rId9"/>
              <a:stretch>
                <a:fillRect/>
              </a:stretch>
            </p:blipFill>
            <p:spPr>
              <a:xfrm>
                <a:off x="7019569" y="-28050"/>
                <a:ext cx="148648"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F5C456C9-7BE8-8436-C447-1C7F4020CC70}"/>
                  </a:ext>
                </a:extLst>
              </p14:cNvPr>
              <p14:cNvContentPartPr/>
              <p14:nvPr/>
            </p14:nvContentPartPr>
            <p14:xfrm>
              <a:off x="12108013" y="1400"/>
              <a:ext cx="85680" cy="108360"/>
            </p14:xfrm>
          </p:contentPart>
        </mc:Choice>
        <mc:Fallback xmlns="">
          <p:pic>
            <p:nvPicPr>
              <p:cNvPr id="8" name="Ink 7">
                <a:extLst>
                  <a:ext uri="{FF2B5EF4-FFF2-40B4-BE49-F238E27FC236}">
                    <a16:creationId xmlns:a16="http://schemas.microsoft.com/office/drawing/2014/main" id="{F5C456C9-7BE8-8436-C447-1C7F4020CC70}"/>
                  </a:ext>
                </a:extLst>
              </p:cNvPr>
              <p:cNvPicPr/>
              <p:nvPr/>
            </p:nvPicPr>
            <p:blipFill>
              <a:blip r:embed="rId11"/>
              <a:stretch>
                <a:fillRect/>
              </a:stretch>
            </p:blipFill>
            <p:spPr>
              <a:xfrm>
                <a:off x="12101919" y="-4720"/>
                <a:ext cx="97869"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7BAE2E9D-D109-CAA7-0BB2-50A540C0C664}"/>
                  </a:ext>
                </a:extLst>
              </p14:cNvPr>
              <p14:cNvContentPartPr/>
              <p14:nvPr/>
            </p14:nvContentPartPr>
            <p14:xfrm>
              <a:off x="12149413" y="10760"/>
              <a:ext cx="27000" cy="24120"/>
            </p14:xfrm>
          </p:contentPart>
        </mc:Choice>
        <mc:Fallback xmlns="">
          <p:pic>
            <p:nvPicPr>
              <p:cNvPr id="12" name="Ink 11">
                <a:extLst>
                  <a:ext uri="{FF2B5EF4-FFF2-40B4-BE49-F238E27FC236}">
                    <a16:creationId xmlns:a16="http://schemas.microsoft.com/office/drawing/2014/main" id="{7BAE2E9D-D109-CAA7-0BB2-50A540C0C664}"/>
                  </a:ext>
                </a:extLst>
              </p:cNvPr>
              <p:cNvPicPr/>
              <p:nvPr/>
            </p:nvPicPr>
            <p:blipFill>
              <a:blip r:embed="rId13"/>
              <a:stretch>
                <a:fillRect/>
              </a:stretch>
            </p:blipFill>
            <p:spPr>
              <a:xfrm>
                <a:off x="12143293" y="4640"/>
                <a:ext cx="392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86CA6500-CEF8-D776-7AC0-4F5132F9240D}"/>
                  </a:ext>
                </a:extLst>
              </p14:cNvPr>
              <p14:cNvContentPartPr/>
              <p14:nvPr/>
            </p14:nvContentPartPr>
            <p14:xfrm>
              <a:off x="7045088" y="6738638"/>
              <a:ext cx="127080" cy="126000"/>
            </p14:xfrm>
          </p:contentPart>
        </mc:Choice>
        <mc:Fallback xmlns="">
          <p:pic>
            <p:nvPicPr>
              <p:cNvPr id="14" name="Ink 13">
                <a:extLst>
                  <a:ext uri="{FF2B5EF4-FFF2-40B4-BE49-F238E27FC236}">
                    <a16:creationId xmlns:a16="http://schemas.microsoft.com/office/drawing/2014/main" id="{86CA6500-CEF8-D776-7AC0-4F5132F9240D}"/>
                  </a:ext>
                </a:extLst>
              </p:cNvPr>
              <p:cNvPicPr/>
              <p:nvPr/>
            </p:nvPicPr>
            <p:blipFill>
              <a:blip r:embed="rId15"/>
              <a:stretch>
                <a:fillRect/>
              </a:stretch>
            </p:blipFill>
            <p:spPr>
              <a:xfrm>
                <a:off x="7038968" y="6732518"/>
                <a:ext cx="1393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A32D92B5-8153-EBE4-7130-FF36105A173B}"/>
                  </a:ext>
                </a:extLst>
              </p14:cNvPr>
              <p14:cNvContentPartPr/>
              <p14:nvPr/>
            </p14:nvContentPartPr>
            <p14:xfrm rot="-587875">
              <a:off x="6987425" y="6740742"/>
              <a:ext cx="90486" cy="86512"/>
            </p14:xfrm>
          </p:contentPart>
        </mc:Choice>
        <mc:Fallback xmlns="">
          <p:pic>
            <p:nvPicPr>
              <p:cNvPr id="16" name="Ink 15">
                <a:extLst>
                  <a:ext uri="{FF2B5EF4-FFF2-40B4-BE49-F238E27FC236}">
                    <a16:creationId xmlns:a16="http://schemas.microsoft.com/office/drawing/2014/main" id="{A32D92B5-8153-EBE4-7130-FF36105A173B}"/>
                  </a:ext>
                </a:extLst>
              </p:cNvPr>
              <p:cNvPicPr/>
              <p:nvPr/>
            </p:nvPicPr>
            <p:blipFill>
              <a:blip r:embed="rId17"/>
              <a:stretch>
                <a:fillRect/>
              </a:stretch>
            </p:blipFill>
            <p:spPr>
              <a:xfrm rot="-587875">
                <a:off x="6981296" y="6734639"/>
                <a:ext cx="102743" cy="9871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AEF2AF2A-446D-9E0A-1424-7665B1F8CAA6}"/>
                  </a:ext>
                </a:extLst>
              </p14:cNvPr>
              <p14:cNvContentPartPr/>
              <p14:nvPr/>
            </p14:nvContentPartPr>
            <p14:xfrm>
              <a:off x="7046528" y="6790478"/>
              <a:ext cx="70560" cy="78840"/>
            </p14:xfrm>
          </p:contentPart>
        </mc:Choice>
        <mc:Fallback xmlns="">
          <p:pic>
            <p:nvPicPr>
              <p:cNvPr id="17" name="Ink 16">
                <a:extLst>
                  <a:ext uri="{FF2B5EF4-FFF2-40B4-BE49-F238E27FC236}">
                    <a16:creationId xmlns:a16="http://schemas.microsoft.com/office/drawing/2014/main" id="{AEF2AF2A-446D-9E0A-1424-7665B1F8CAA6}"/>
                  </a:ext>
                </a:extLst>
              </p:cNvPr>
              <p:cNvPicPr/>
              <p:nvPr/>
            </p:nvPicPr>
            <p:blipFill>
              <a:blip r:embed="rId19"/>
              <a:stretch>
                <a:fillRect/>
              </a:stretch>
            </p:blipFill>
            <p:spPr>
              <a:xfrm>
                <a:off x="7040408" y="6784386"/>
                <a:ext cx="82800" cy="9102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9D45742E-1600-8E0F-6CDD-CDC4B394BC18}"/>
                  </a:ext>
                </a:extLst>
              </p14:cNvPr>
              <p14:cNvContentPartPr/>
              <p14:nvPr/>
            </p14:nvContentPartPr>
            <p14:xfrm>
              <a:off x="12114073" y="6733958"/>
              <a:ext cx="77040" cy="127440"/>
            </p14:xfrm>
          </p:contentPart>
        </mc:Choice>
        <mc:Fallback xmlns="">
          <p:pic>
            <p:nvPicPr>
              <p:cNvPr id="18" name="Ink 17">
                <a:extLst>
                  <a:ext uri="{FF2B5EF4-FFF2-40B4-BE49-F238E27FC236}">
                    <a16:creationId xmlns:a16="http://schemas.microsoft.com/office/drawing/2014/main" id="{9D45742E-1600-8E0F-6CDD-CDC4B394BC18}"/>
                  </a:ext>
                </a:extLst>
              </p:cNvPr>
              <p:cNvPicPr/>
              <p:nvPr/>
            </p:nvPicPr>
            <p:blipFill>
              <a:blip r:embed="rId21"/>
              <a:stretch>
                <a:fillRect/>
              </a:stretch>
            </p:blipFill>
            <p:spPr>
              <a:xfrm>
                <a:off x="12107953" y="6727855"/>
                <a:ext cx="89280" cy="139646"/>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93453F45-8D0A-6F9E-6C46-87EF947E56CE}"/>
                  </a:ext>
                </a:extLst>
              </p14:cNvPr>
              <p14:cNvContentPartPr/>
              <p14:nvPr/>
            </p14:nvContentPartPr>
            <p14:xfrm>
              <a:off x="12104353" y="6782558"/>
              <a:ext cx="84600" cy="81720"/>
            </p14:xfrm>
          </p:contentPart>
        </mc:Choice>
        <mc:Fallback xmlns="">
          <p:pic>
            <p:nvPicPr>
              <p:cNvPr id="19" name="Ink 18">
                <a:extLst>
                  <a:ext uri="{FF2B5EF4-FFF2-40B4-BE49-F238E27FC236}">
                    <a16:creationId xmlns:a16="http://schemas.microsoft.com/office/drawing/2014/main" id="{93453F45-8D0A-6F9E-6C46-87EF947E56CE}"/>
                  </a:ext>
                </a:extLst>
              </p:cNvPr>
              <p:cNvPicPr/>
              <p:nvPr/>
            </p:nvPicPr>
            <p:blipFill>
              <a:blip r:embed="rId23"/>
              <a:stretch>
                <a:fillRect/>
              </a:stretch>
            </p:blipFill>
            <p:spPr>
              <a:xfrm>
                <a:off x="12098233" y="6776438"/>
                <a:ext cx="96840" cy="93960"/>
              </a:xfrm>
              <a:prstGeom prst="rect">
                <a:avLst/>
              </a:prstGeom>
            </p:spPr>
          </p:pic>
        </mc:Fallback>
      </mc:AlternateContent>
      <p:pic>
        <p:nvPicPr>
          <p:cNvPr id="21" name="Picture 20">
            <a:extLst>
              <a:ext uri="{FF2B5EF4-FFF2-40B4-BE49-F238E27FC236}">
                <a16:creationId xmlns:a16="http://schemas.microsoft.com/office/drawing/2014/main" id="{E2FD399C-B8A7-723A-2181-A715B44E2D23}"/>
              </a:ext>
            </a:extLst>
          </p:cNvPr>
          <p:cNvPicPr>
            <a:picLocks noChangeAspect="1"/>
          </p:cNvPicPr>
          <p:nvPr/>
        </p:nvPicPr>
        <p:blipFill>
          <a:blip r:embed="rId24"/>
          <a:stretch>
            <a:fillRect/>
          </a:stretch>
        </p:blipFill>
        <p:spPr>
          <a:xfrm>
            <a:off x="5304913" y="-1400"/>
            <a:ext cx="6858000" cy="6858000"/>
          </a:xfrm>
          <a:prstGeom prst="rect">
            <a:avLst/>
          </a:prstGeom>
        </p:spPr>
      </p:pic>
      <mc:AlternateContent xmlns:mc="http://schemas.openxmlformats.org/markup-compatibility/2006" xmlns:p14="http://schemas.microsoft.com/office/powerpoint/2010/main">
        <mc:Choice Requires="p14">
          <p:contentPart p14:bwMode="auto" r:id="rId25">
            <p14:nvContentPartPr>
              <p14:cNvPr id="10" name="Ink 9">
                <a:extLst>
                  <a:ext uri="{FF2B5EF4-FFF2-40B4-BE49-F238E27FC236}">
                    <a16:creationId xmlns:a16="http://schemas.microsoft.com/office/drawing/2014/main" id="{CBA15F4B-A737-5E3E-7403-266DE7927A07}"/>
                  </a:ext>
                </a:extLst>
              </p14:cNvPr>
              <p14:cNvContentPartPr/>
              <p14:nvPr/>
            </p14:nvContentPartPr>
            <p14:xfrm>
              <a:off x="5281183" y="4800"/>
              <a:ext cx="187560" cy="198720"/>
            </p14:xfrm>
          </p:contentPart>
        </mc:Choice>
        <mc:Fallback xmlns="">
          <p:pic>
            <p:nvPicPr>
              <p:cNvPr id="10" name="Ink 9">
                <a:extLst>
                  <a:ext uri="{FF2B5EF4-FFF2-40B4-BE49-F238E27FC236}">
                    <a16:creationId xmlns:a16="http://schemas.microsoft.com/office/drawing/2014/main" id="{CBA15F4B-A737-5E3E-7403-266DE7927A07}"/>
                  </a:ext>
                </a:extLst>
              </p:cNvPr>
              <p:cNvPicPr/>
              <p:nvPr/>
            </p:nvPicPr>
            <p:blipFill>
              <a:blip r:embed="rId26"/>
              <a:stretch>
                <a:fillRect/>
              </a:stretch>
            </p:blipFill>
            <p:spPr>
              <a:xfrm>
                <a:off x="5275063" y="-1320"/>
                <a:ext cx="19980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1" name="Ink 10">
                <a:extLst>
                  <a:ext uri="{FF2B5EF4-FFF2-40B4-BE49-F238E27FC236}">
                    <a16:creationId xmlns:a16="http://schemas.microsoft.com/office/drawing/2014/main" id="{C371F8D4-BDE8-CC8A-1FFC-D8B3FBD0D484}"/>
                  </a:ext>
                </a:extLst>
              </p14:cNvPr>
              <p14:cNvContentPartPr/>
              <p14:nvPr/>
            </p14:nvContentPartPr>
            <p14:xfrm>
              <a:off x="12002833" y="-5190"/>
              <a:ext cx="187920" cy="228600"/>
            </p14:xfrm>
          </p:contentPart>
        </mc:Choice>
        <mc:Fallback xmlns="">
          <p:pic>
            <p:nvPicPr>
              <p:cNvPr id="11" name="Ink 10">
                <a:extLst>
                  <a:ext uri="{FF2B5EF4-FFF2-40B4-BE49-F238E27FC236}">
                    <a16:creationId xmlns:a16="http://schemas.microsoft.com/office/drawing/2014/main" id="{C371F8D4-BDE8-CC8A-1FFC-D8B3FBD0D484}"/>
                  </a:ext>
                </a:extLst>
              </p:cNvPr>
              <p:cNvPicPr/>
              <p:nvPr/>
            </p:nvPicPr>
            <p:blipFill>
              <a:blip r:embed="rId28"/>
              <a:stretch>
                <a:fillRect/>
              </a:stretch>
            </p:blipFill>
            <p:spPr>
              <a:xfrm>
                <a:off x="11996701" y="-11310"/>
                <a:ext cx="200183"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 name="Ink 6">
                <a:extLst>
                  <a:ext uri="{FF2B5EF4-FFF2-40B4-BE49-F238E27FC236}">
                    <a16:creationId xmlns:a16="http://schemas.microsoft.com/office/drawing/2014/main" id="{969D14E3-D839-8E44-6AAD-DACFF43C55D2}"/>
                  </a:ext>
                </a:extLst>
              </p14:cNvPr>
              <p14:cNvContentPartPr/>
              <p14:nvPr/>
            </p14:nvContentPartPr>
            <p14:xfrm>
              <a:off x="12047473" y="4530"/>
              <a:ext cx="140760" cy="138600"/>
            </p14:xfrm>
          </p:contentPart>
        </mc:Choice>
        <mc:Fallback xmlns="">
          <p:pic>
            <p:nvPicPr>
              <p:cNvPr id="7" name="Ink 6">
                <a:extLst>
                  <a:ext uri="{FF2B5EF4-FFF2-40B4-BE49-F238E27FC236}">
                    <a16:creationId xmlns:a16="http://schemas.microsoft.com/office/drawing/2014/main" id="{969D14E3-D839-8E44-6AAD-DACFF43C55D2}"/>
                  </a:ext>
                </a:extLst>
              </p:cNvPr>
              <p:cNvPicPr/>
              <p:nvPr/>
            </p:nvPicPr>
            <p:blipFill>
              <a:blip r:embed="rId30"/>
              <a:stretch>
                <a:fillRect/>
              </a:stretch>
            </p:blipFill>
            <p:spPr>
              <a:xfrm>
                <a:off x="12041353" y="-1590"/>
                <a:ext cx="153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3" name="Ink 12">
                <a:extLst>
                  <a:ext uri="{FF2B5EF4-FFF2-40B4-BE49-F238E27FC236}">
                    <a16:creationId xmlns:a16="http://schemas.microsoft.com/office/drawing/2014/main" id="{A9E15E8C-7C35-1A9A-57B7-B75C5E34C8AE}"/>
                  </a:ext>
                </a:extLst>
              </p14:cNvPr>
              <p14:cNvContentPartPr/>
              <p14:nvPr/>
            </p14:nvContentPartPr>
            <p14:xfrm>
              <a:off x="12126673" y="30090"/>
              <a:ext cx="46440" cy="111600"/>
            </p14:xfrm>
          </p:contentPart>
        </mc:Choice>
        <mc:Fallback xmlns="">
          <p:pic>
            <p:nvPicPr>
              <p:cNvPr id="13" name="Ink 12">
                <a:extLst>
                  <a:ext uri="{FF2B5EF4-FFF2-40B4-BE49-F238E27FC236}">
                    <a16:creationId xmlns:a16="http://schemas.microsoft.com/office/drawing/2014/main" id="{A9E15E8C-7C35-1A9A-57B7-B75C5E34C8AE}"/>
                  </a:ext>
                </a:extLst>
              </p:cNvPr>
              <p:cNvPicPr/>
              <p:nvPr/>
            </p:nvPicPr>
            <p:blipFill>
              <a:blip r:embed="rId32"/>
              <a:stretch>
                <a:fillRect/>
              </a:stretch>
            </p:blipFill>
            <p:spPr>
              <a:xfrm>
                <a:off x="12120553" y="23970"/>
                <a:ext cx="586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 name="Ink 14">
                <a:extLst>
                  <a:ext uri="{FF2B5EF4-FFF2-40B4-BE49-F238E27FC236}">
                    <a16:creationId xmlns:a16="http://schemas.microsoft.com/office/drawing/2014/main" id="{EE7DF163-9B22-BA4E-CD64-EEF446D84A56}"/>
                  </a:ext>
                </a:extLst>
              </p14:cNvPr>
              <p14:cNvContentPartPr/>
              <p14:nvPr/>
            </p14:nvContentPartPr>
            <p14:xfrm>
              <a:off x="5290458" y="6683918"/>
              <a:ext cx="195480" cy="180720"/>
            </p14:xfrm>
          </p:contentPart>
        </mc:Choice>
        <mc:Fallback xmlns="">
          <p:pic>
            <p:nvPicPr>
              <p:cNvPr id="15" name="Ink 14">
                <a:extLst>
                  <a:ext uri="{FF2B5EF4-FFF2-40B4-BE49-F238E27FC236}">
                    <a16:creationId xmlns:a16="http://schemas.microsoft.com/office/drawing/2014/main" id="{EE7DF163-9B22-BA4E-CD64-EEF446D84A56}"/>
                  </a:ext>
                </a:extLst>
              </p:cNvPr>
              <p:cNvPicPr/>
              <p:nvPr/>
            </p:nvPicPr>
            <p:blipFill>
              <a:blip r:embed="rId34"/>
              <a:stretch>
                <a:fillRect/>
              </a:stretch>
            </p:blipFill>
            <p:spPr>
              <a:xfrm>
                <a:off x="5284349" y="6677798"/>
                <a:ext cx="207698"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Ink 19">
                <a:extLst>
                  <a:ext uri="{FF2B5EF4-FFF2-40B4-BE49-F238E27FC236}">
                    <a16:creationId xmlns:a16="http://schemas.microsoft.com/office/drawing/2014/main" id="{27204736-D118-3D07-5A61-D7897A8FAEF5}"/>
                  </a:ext>
                </a:extLst>
              </p14:cNvPr>
              <p14:cNvContentPartPr/>
              <p14:nvPr/>
            </p14:nvContentPartPr>
            <p14:xfrm>
              <a:off x="12019813" y="6659528"/>
              <a:ext cx="148680" cy="198360"/>
            </p14:xfrm>
          </p:contentPart>
        </mc:Choice>
        <mc:Fallback xmlns="">
          <p:pic>
            <p:nvPicPr>
              <p:cNvPr id="20" name="Ink 19">
                <a:extLst>
                  <a:ext uri="{FF2B5EF4-FFF2-40B4-BE49-F238E27FC236}">
                    <a16:creationId xmlns:a16="http://schemas.microsoft.com/office/drawing/2014/main" id="{27204736-D118-3D07-5A61-D7897A8FAEF5}"/>
                  </a:ext>
                </a:extLst>
              </p:cNvPr>
              <p:cNvPicPr/>
              <p:nvPr/>
            </p:nvPicPr>
            <p:blipFill>
              <a:blip r:embed="rId36"/>
              <a:stretch>
                <a:fillRect/>
              </a:stretch>
            </p:blipFill>
            <p:spPr>
              <a:xfrm>
                <a:off x="12013693" y="6653408"/>
                <a:ext cx="1609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2408CEE0-2F5A-D3B3-4884-99D6EE4B0B68}"/>
                  </a:ext>
                </a:extLst>
              </p14:cNvPr>
              <p14:cNvContentPartPr/>
              <p14:nvPr/>
            </p14:nvContentPartPr>
            <p14:xfrm>
              <a:off x="12058333" y="6719288"/>
              <a:ext cx="119880" cy="137160"/>
            </p14:xfrm>
          </p:contentPart>
        </mc:Choice>
        <mc:Fallback xmlns="">
          <p:pic>
            <p:nvPicPr>
              <p:cNvPr id="22" name="Ink 21">
                <a:extLst>
                  <a:ext uri="{FF2B5EF4-FFF2-40B4-BE49-F238E27FC236}">
                    <a16:creationId xmlns:a16="http://schemas.microsoft.com/office/drawing/2014/main" id="{2408CEE0-2F5A-D3B3-4884-99D6EE4B0B68}"/>
                  </a:ext>
                </a:extLst>
              </p:cNvPr>
              <p:cNvPicPr/>
              <p:nvPr/>
            </p:nvPicPr>
            <p:blipFill>
              <a:blip r:embed="rId38"/>
              <a:stretch>
                <a:fillRect/>
              </a:stretch>
            </p:blipFill>
            <p:spPr>
              <a:xfrm>
                <a:off x="12052213" y="6713168"/>
                <a:ext cx="1321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0C2E39E1-E5F0-D8B5-A560-950F9B4F4180}"/>
                  </a:ext>
                </a:extLst>
              </p14:cNvPr>
              <p14:cNvContentPartPr/>
              <p14:nvPr/>
            </p14:nvContentPartPr>
            <p14:xfrm>
              <a:off x="12088213" y="6759968"/>
              <a:ext cx="88920" cy="91080"/>
            </p14:xfrm>
          </p:contentPart>
        </mc:Choice>
        <mc:Fallback xmlns="">
          <p:pic>
            <p:nvPicPr>
              <p:cNvPr id="23" name="Ink 22">
                <a:extLst>
                  <a:ext uri="{FF2B5EF4-FFF2-40B4-BE49-F238E27FC236}">
                    <a16:creationId xmlns:a16="http://schemas.microsoft.com/office/drawing/2014/main" id="{0C2E39E1-E5F0-D8B5-A560-950F9B4F4180}"/>
                  </a:ext>
                </a:extLst>
              </p:cNvPr>
              <p:cNvPicPr/>
              <p:nvPr/>
            </p:nvPicPr>
            <p:blipFill>
              <a:blip r:embed="rId40"/>
              <a:stretch>
                <a:fillRect/>
              </a:stretch>
            </p:blipFill>
            <p:spPr>
              <a:xfrm>
                <a:off x="12082118" y="6753848"/>
                <a:ext cx="101111"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5" name="Ink 24">
                <a:extLst>
                  <a:ext uri="{FF2B5EF4-FFF2-40B4-BE49-F238E27FC236}">
                    <a16:creationId xmlns:a16="http://schemas.microsoft.com/office/drawing/2014/main" id="{3CC355D5-56A1-F4F0-A835-3B77DECCC427}"/>
                  </a:ext>
                </a:extLst>
              </p14:cNvPr>
              <p14:cNvContentPartPr/>
              <p14:nvPr/>
            </p14:nvContentPartPr>
            <p14:xfrm>
              <a:off x="12120613" y="6832328"/>
              <a:ext cx="27360" cy="18360"/>
            </p14:xfrm>
          </p:contentPart>
        </mc:Choice>
        <mc:Fallback xmlns="">
          <p:pic>
            <p:nvPicPr>
              <p:cNvPr id="25" name="Ink 24">
                <a:extLst>
                  <a:ext uri="{FF2B5EF4-FFF2-40B4-BE49-F238E27FC236}">
                    <a16:creationId xmlns:a16="http://schemas.microsoft.com/office/drawing/2014/main" id="{3CC355D5-56A1-F4F0-A835-3B77DECCC427}"/>
                  </a:ext>
                </a:extLst>
              </p:cNvPr>
              <p:cNvPicPr/>
              <p:nvPr/>
            </p:nvPicPr>
            <p:blipFill>
              <a:blip r:embed="rId42"/>
              <a:stretch>
                <a:fillRect/>
              </a:stretch>
            </p:blipFill>
            <p:spPr>
              <a:xfrm>
                <a:off x="12114411" y="6826208"/>
                <a:ext cx="39763" cy="30600"/>
              </a:xfrm>
              <a:prstGeom prst="rect">
                <a:avLst/>
              </a:prstGeom>
            </p:spPr>
          </p:pic>
        </mc:Fallback>
      </mc:AlternateContent>
    </p:spTree>
    <p:extLst>
      <p:ext uri="{BB962C8B-B14F-4D97-AF65-F5344CB8AC3E}">
        <p14:creationId xmlns:p14="http://schemas.microsoft.com/office/powerpoint/2010/main" val="275788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350D-A776-FF18-2066-4C64A7B3F6BA}"/>
              </a:ext>
            </a:extLst>
          </p:cNvPr>
          <p:cNvSpPr>
            <a:spLocks noGrp="1"/>
          </p:cNvSpPr>
          <p:nvPr>
            <p:ph type="title"/>
          </p:nvPr>
        </p:nvSpPr>
        <p:spPr/>
        <p:txBody>
          <a:bodyPr/>
          <a:lstStyle/>
          <a:p>
            <a:r>
              <a:rPr lang="en-GB"/>
              <a:t>Results </a:t>
            </a:r>
          </a:p>
        </p:txBody>
      </p:sp>
      <p:sp>
        <p:nvSpPr>
          <p:cNvPr id="3" name="Content Placeholder 2">
            <a:extLst>
              <a:ext uri="{FF2B5EF4-FFF2-40B4-BE49-F238E27FC236}">
                <a16:creationId xmlns:a16="http://schemas.microsoft.com/office/drawing/2014/main" id="{DD2BE3D2-8159-13B3-02BE-70480027C540}"/>
              </a:ext>
            </a:extLst>
          </p:cNvPr>
          <p:cNvSpPr>
            <a:spLocks noGrp="1"/>
          </p:cNvSpPr>
          <p:nvPr>
            <p:ph idx="1"/>
          </p:nvPr>
        </p:nvSpPr>
        <p:spPr>
          <a:xfrm>
            <a:off x="920087" y="1587881"/>
            <a:ext cx="10515600" cy="4351338"/>
          </a:xfrm>
        </p:spPr>
        <p:txBody>
          <a:bodyPr/>
          <a:lstStyle/>
          <a:p>
            <a:pPr marL="0" indent="0">
              <a:buNone/>
            </a:pPr>
            <a:r>
              <a:rPr lang="en-GB"/>
              <a:t>Trained for 2734 epochs (8 hours 20 minutes on A100 GPU)</a:t>
            </a:r>
          </a:p>
          <a:p>
            <a:pPr marL="0" indent="0">
              <a:buNone/>
            </a:pPr>
            <a:endParaRPr lang="en-GB"/>
          </a:p>
          <a:p>
            <a:pPr marL="0" indent="0">
              <a:buNone/>
            </a:pPr>
            <a:endParaRPr lang="en-GB"/>
          </a:p>
          <a:p>
            <a:pPr marL="0" indent="0">
              <a:buNone/>
            </a:pPr>
            <a:endParaRPr lang="en-GB"/>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4355F23D-5E46-D528-BA9D-E9FF9DCAF29D}"/>
                  </a:ext>
                </a:extLst>
              </p:cNvPr>
              <p:cNvGraphicFramePr>
                <a:graphicFrameLocks noGrp="1"/>
              </p:cNvGraphicFramePr>
              <p:nvPr>
                <p:extLst>
                  <p:ext uri="{D42A27DB-BD31-4B8C-83A1-F6EECF244321}">
                    <p14:modId xmlns:p14="http://schemas.microsoft.com/office/powerpoint/2010/main" val="2396623732"/>
                  </p:ext>
                </p:extLst>
              </p:nvPr>
            </p:nvGraphicFramePr>
            <p:xfrm>
              <a:off x="1661160" y="2185416"/>
              <a:ext cx="8869680" cy="4018980"/>
            </p:xfrm>
            <a:graphic>
              <a:graphicData uri="http://schemas.openxmlformats.org/drawingml/2006/table">
                <a:tbl>
                  <a:tblPr firstRow="1" bandRow="1">
                    <a:tableStyleId>{5C22544A-7EE6-4342-B048-85BDC9FD1C3A}</a:tableStyleId>
                  </a:tblPr>
                  <a:tblGrid>
                    <a:gridCol w="4434840">
                      <a:extLst>
                        <a:ext uri="{9D8B030D-6E8A-4147-A177-3AD203B41FA5}">
                          <a16:colId xmlns:a16="http://schemas.microsoft.com/office/drawing/2014/main" val="3625390857"/>
                        </a:ext>
                      </a:extLst>
                    </a:gridCol>
                    <a:gridCol w="4434840">
                      <a:extLst>
                        <a:ext uri="{9D8B030D-6E8A-4147-A177-3AD203B41FA5}">
                          <a16:colId xmlns:a16="http://schemas.microsoft.com/office/drawing/2014/main" val="1200038916"/>
                        </a:ext>
                      </a:extLst>
                    </a:gridCol>
                  </a:tblGrid>
                  <a:tr h="574140">
                    <a:tc>
                      <a:txBody>
                        <a:bodyPr/>
                        <a:lstStyle/>
                        <a:p>
                          <a:pPr algn="ctr"/>
                          <a:endParaRPr lang="en-GB" sz="280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L2RE</a:t>
                          </a:r>
                        </a:p>
                      </a:txBody>
                      <a:tcPr/>
                    </a:tc>
                    <a:extLst>
                      <a:ext uri="{0D108BD9-81ED-4DB2-BD59-A6C34878D82A}">
                        <a16:rowId xmlns:a16="http://schemas.microsoft.com/office/drawing/2014/main" val="2361387059"/>
                      </a:ext>
                    </a:extLst>
                  </a:tr>
                  <a:tr h="574140">
                    <a:tc>
                      <a:txBody>
                        <a:bodyPr/>
                        <a:lstStyle/>
                        <a:p>
                          <a:pPr algn="ctr"/>
                          <a:r>
                            <a:rPr lang="en-GB" sz="2800">
                              <a:latin typeface="Times New Roman" panose="02020603050405020304" pitchFamily="18" charset="0"/>
                              <a:cs typeface="Times New Roman" panose="02020603050405020304" pitchFamily="18" charset="0"/>
                            </a:rPr>
                            <a:t>Validation dataset</a:t>
                          </a:r>
                        </a:p>
                      </a:txBody>
                      <a:tcPr/>
                    </a:tc>
                    <a:tc>
                      <a:txBody>
                        <a:bodyPr/>
                        <a:lstStyle/>
                        <a:p>
                          <a:pPr algn="ctr"/>
                          <a:r>
                            <a:rPr lang="en-GB" sz="2800">
                              <a:latin typeface="Times New Roman" panose="02020603050405020304" pitchFamily="18" charset="0"/>
                              <a:cs typeface="Times New Roman" panose="02020603050405020304" pitchFamily="18" charset="0"/>
                            </a:rPr>
                            <a:t>0.0202</a:t>
                          </a:r>
                        </a:p>
                      </a:txBody>
                      <a:tcPr/>
                    </a:tc>
                    <a:extLst>
                      <a:ext uri="{0D108BD9-81ED-4DB2-BD59-A6C34878D82A}">
                        <a16:rowId xmlns:a16="http://schemas.microsoft.com/office/drawing/2014/main" val="3615175346"/>
                      </a:ext>
                    </a:extLst>
                  </a:tr>
                  <a:tr h="574140">
                    <a:tc>
                      <a:txBody>
                        <a:bodyPr/>
                        <a:lstStyle/>
                        <a:p>
                          <a:pPr algn="ctr"/>
                          <a:r>
                            <a:rPr lang="en-GB" sz="2800">
                              <a:latin typeface="Times New Roman" panose="02020603050405020304" pitchFamily="18" charset="0"/>
                              <a:cs typeface="Times New Roman" panose="02020603050405020304" pitchFamily="18" charset="0"/>
                            </a:rPr>
                            <a:t>Test dataset</a:t>
                          </a:r>
                        </a:p>
                      </a:txBody>
                      <a:tcPr/>
                    </a:tc>
                    <a:tc>
                      <a:txBody>
                        <a:bodyPr/>
                        <a:lstStyle/>
                        <a:p>
                          <a:pPr algn="ctr"/>
                          <a:r>
                            <a:rPr lang="en-GB" sz="2800">
                              <a:latin typeface="Times New Roman" panose="02020603050405020304" pitchFamily="18" charset="0"/>
                              <a:cs typeface="Times New Roman" panose="02020603050405020304" pitchFamily="18" charset="0"/>
                            </a:rPr>
                            <a:t>0.0190</a:t>
                          </a:r>
                        </a:p>
                      </a:txBody>
                      <a:tcPr/>
                    </a:tc>
                    <a:extLst>
                      <a:ext uri="{0D108BD9-81ED-4DB2-BD59-A6C34878D82A}">
                        <a16:rowId xmlns:a16="http://schemas.microsoft.com/office/drawing/2014/main" val="2240026723"/>
                      </a:ext>
                    </a:extLst>
                  </a:tr>
                  <a:tr h="574140">
                    <a:tc>
                      <a:txBody>
                        <a:bodyPr/>
                        <a:lstStyle/>
                        <a:p>
                          <a:pPr algn="ctr"/>
                          <a14:m>
                            <m:oMathPara xmlns:m="http://schemas.openxmlformats.org/officeDocument/2006/math">
                              <m:oMathParaPr>
                                <m:jc m:val="center"/>
                              </m:oMathParaPr>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𝑚</m:t>
                                    </m:r>
                                  </m:e>
                                  <m:sub>
                                    <m:r>
                                      <a:rPr lang="en-US" sz="2800" b="0" i="1" smtClean="0">
                                        <a:latin typeface="Cambria Math" panose="02040503050406030204" pitchFamily="18" charset="0"/>
                                      </a:rPr>
                                      <m:t>+</m:t>
                                    </m:r>
                                  </m:sub>
                                </m:sSub>
                                <m:r>
                                  <a:rPr lang="en-US" sz="2800" b="0" i="1" smtClean="0">
                                    <a:latin typeface="Cambria Math" panose="02040503050406030204" pitchFamily="18" charset="0"/>
                                  </a:rPr>
                                  <m:t>=0.15</m:t>
                                </m:r>
                              </m:oMath>
                            </m:oMathPara>
                          </a14:m>
                          <a:endParaRPr lang="en-US" sz="2800" b="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0.0501</a:t>
                          </a:r>
                        </a:p>
                      </a:txBody>
                      <a:tcPr/>
                    </a:tc>
                    <a:extLst>
                      <a:ext uri="{0D108BD9-81ED-4DB2-BD59-A6C34878D82A}">
                        <a16:rowId xmlns:a16="http://schemas.microsoft.com/office/drawing/2014/main" val="3362716312"/>
                      </a:ext>
                    </a:extLst>
                  </a:tr>
                  <a:tr h="574140">
                    <a:tc>
                      <a:txBody>
                        <a:bodyPr/>
                        <a:lstStyle/>
                        <a:p>
                          <a:pPr algn="ctr"/>
                          <a14:m>
                            <m:oMathPara xmlns:m="http://schemas.openxmlformats.org/officeDocument/2006/math">
                              <m:oMathParaPr>
                                <m:jc m:val="center"/>
                              </m:oMathParaPr>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𝑚</m:t>
                                    </m:r>
                                  </m:e>
                                  <m:sub>
                                    <m:r>
                                      <a:rPr lang="en-US" sz="2800" b="0" i="1" smtClean="0">
                                        <a:latin typeface="Cambria Math" panose="02040503050406030204" pitchFamily="18" charset="0"/>
                                      </a:rPr>
                                      <m:t>+</m:t>
                                    </m:r>
                                  </m:sub>
                                </m:sSub>
                                <m:r>
                                  <a:rPr lang="en-US" sz="2800" b="0" i="1" smtClean="0">
                                    <a:latin typeface="Cambria Math" panose="02040503050406030204" pitchFamily="18" charset="0"/>
                                  </a:rPr>
                                  <m:t>=0.25</m:t>
                                </m:r>
                              </m:oMath>
                            </m:oMathPara>
                          </a14:m>
                          <a:endParaRPr lang="en-GB" sz="280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0.0204</a:t>
                          </a:r>
                        </a:p>
                      </a:txBody>
                      <a:tcPr/>
                    </a:tc>
                    <a:extLst>
                      <a:ext uri="{0D108BD9-81ED-4DB2-BD59-A6C34878D82A}">
                        <a16:rowId xmlns:a16="http://schemas.microsoft.com/office/drawing/2014/main" val="611237339"/>
                      </a:ext>
                    </a:extLst>
                  </a:tr>
                  <a:tr h="574140">
                    <a:tc>
                      <a:txBody>
                        <a:bodyPr/>
                        <a:lstStyle/>
                        <a:p>
                          <a:pPr algn="ctr"/>
                          <a14:m>
                            <m:oMathPara xmlns:m="http://schemas.openxmlformats.org/officeDocument/2006/math">
                              <m:oMathParaPr>
                                <m:jc m:val="center"/>
                              </m:oMathParaPr>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𝑚</m:t>
                                    </m:r>
                                  </m:e>
                                  <m:sub>
                                    <m:r>
                                      <a:rPr lang="en-US" sz="2800" b="0" i="1" smtClean="0">
                                        <a:latin typeface="Cambria Math" panose="02040503050406030204" pitchFamily="18" charset="0"/>
                                      </a:rPr>
                                      <m:t>+</m:t>
                                    </m:r>
                                  </m:sub>
                                </m:sSub>
                                <m:r>
                                  <a:rPr lang="en-US" sz="2800" b="0" i="1" smtClean="0">
                                    <a:latin typeface="Cambria Math" panose="02040503050406030204" pitchFamily="18" charset="0"/>
                                  </a:rPr>
                                  <m:t>=0.35</m:t>
                                </m:r>
                              </m:oMath>
                            </m:oMathPara>
                          </a14:m>
                          <a:endParaRPr lang="en-GB" sz="280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0.0085</a:t>
                          </a:r>
                        </a:p>
                      </a:txBody>
                      <a:tcPr/>
                    </a:tc>
                    <a:extLst>
                      <a:ext uri="{0D108BD9-81ED-4DB2-BD59-A6C34878D82A}">
                        <a16:rowId xmlns:a16="http://schemas.microsoft.com/office/drawing/2014/main" val="193139984"/>
                      </a:ext>
                    </a:extLst>
                  </a:tr>
                  <a:tr h="574140">
                    <a:tc>
                      <a:txBody>
                        <a:bodyPr/>
                        <a:lstStyle/>
                        <a:p>
                          <a:pPr algn="ctr"/>
                          <a14:m>
                            <m:oMathPara xmlns:m="http://schemas.openxmlformats.org/officeDocument/2006/math">
                              <m:oMathParaPr>
                                <m:jc m:val="center"/>
                              </m:oMathParaPr>
                              <m:o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𝑚</m:t>
                                    </m:r>
                                  </m:e>
                                  <m:sub>
                                    <m:r>
                                      <a:rPr lang="en-US" sz="2800" b="0" i="1" smtClean="0">
                                        <a:latin typeface="Cambria Math" panose="02040503050406030204" pitchFamily="18" charset="0"/>
                                      </a:rPr>
                                      <m:t>+</m:t>
                                    </m:r>
                                  </m:sub>
                                </m:sSub>
                                <m:r>
                                  <a:rPr lang="en-US" sz="2800" b="0" i="1" smtClean="0">
                                    <a:latin typeface="Cambria Math" panose="02040503050406030204" pitchFamily="18" charset="0"/>
                                  </a:rPr>
                                  <m:t>=0.45</m:t>
                                </m:r>
                              </m:oMath>
                            </m:oMathPara>
                          </a14:m>
                          <a:endParaRPr lang="en-GB" sz="280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0.0046</a:t>
                          </a:r>
                        </a:p>
                      </a:txBody>
                      <a:tcPr/>
                    </a:tc>
                    <a:extLst>
                      <a:ext uri="{0D108BD9-81ED-4DB2-BD59-A6C34878D82A}">
                        <a16:rowId xmlns:a16="http://schemas.microsoft.com/office/drawing/2014/main" val="2166165612"/>
                      </a:ext>
                    </a:extLst>
                  </a:tr>
                </a:tbl>
              </a:graphicData>
            </a:graphic>
          </p:graphicFrame>
        </mc:Choice>
        <mc:Fallback xmlns="">
          <p:graphicFrame>
            <p:nvGraphicFramePr>
              <p:cNvPr id="5" name="Table 4">
                <a:extLst>
                  <a:ext uri="{FF2B5EF4-FFF2-40B4-BE49-F238E27FC236}">
                    <a16:creationId xmlns:a16="http://schemas.microsoft.com/office/drawing/2014/main" id="{4355F23D-5E46-D528-BA9D-E9FF9DCAF29D}"/>
                  </a:ext>
                </a:extLst>
              </p:cNvPr>
              <p:cNvGraphicFramePr>
                <a:graphicFrameLocks noGrp="1"/>
              </p:cNvGraphicFramePr>
              <p:nvPr>
                <p:extLst>
                  <p:ext uri="{D42A27DB-BD31-4B8C-83A1-F6EECF244321}">
                    <p14:modId xmlns:p14="http://schemas.microsoft.com/office/powerpoint/2010/main" val="2396623732"/>
                  </p:ext>
                </p:extLst>
              </p:nvPr>
            </p:nvGraphicFramePr>
            <p:xfrm>
              <a:off x="1661160" y="2185416"/>
              <a:ext cx="8869680" cy="4018980"/>
            </p:xfrm>
            <a:graphic>
              <a:graphicData uri="http://schemas.openxmlformats.org/drawingml/2006/table">
                <a:tbl>
                  <a:tblPr firstRow="1" bandRow="1">
                    <a:tableStyleId>{5C22544A-7EE6-4342-B048-85BDC9FD1C3A}</a:tableStyleId>
                  </a:tblPr>
                  <a:tblGrid>
                    <a:gridCol w="4434840">
                      <a:extLst>
                        <a:ext uri="{9D8B030D-6E8A-4147-A177-3AD203B41FA5}">
                          <a16:colId xmlns:a16="http://schemas.microsoft.com/office/drawing/2014/main" val="3625390857"/>
                        </a:ext>
                      </a:extLst>
                    </a:gridCol>
                    <a:gridCol w="4434840">
                      <a:extLst>
                        <a:ext uri="{9D8B030D-6E8A-4147-A177-3AD203B41FA5}">
                          <a16:colId xmlns:a16="http://schemas.microsoft.com/office/drawing/2014/main" val="1200038916"/>
                        </a:ext>
                      </a:extLst>
                    </a:gridCol>
                  </a:tblGrid>
                  <a:tr h="574140">
                    <a:tc>
                      <a:txBody>
                        <a:bodyPr/>
                        <a:lstStyle/>
                        <a:p>
                          <a:pPr algn="ctr"/>
                          <a:endParaRPr lang="en-GB" sz="2800">
                            <a:latin typeface="Times New Roman" panose="02020603050405020304" pitchFamily="18" charset="0"/>
                            <a:cs typeface="Times New Roman" panose="02020603050405020304" pitchFamily="18" charset="0"/>
                          </a:endParaRPr>
                        </a:p>
                      </a:txBody>
                      <a:tcPr/>
                    </a:tc>
                    <a:tc>
                      <a:txBody>
                        <a:bodyPr/>
                        <a:lstStyle/>
                        <a:p>
                          <a:pPr algn="ctr"/>
                          <a:r>
                            <a:rPr lang="en-GB" sz="2800">
                              <a:latin typeface="Times New Roman" panose="02020603050405020304" pitchFamily="18" charset="0"/>
                              <a:cs typeface="Times New Roman" panose="02020603050405020304" pitchFamily="18" charset="0"/>
                            </a:rPr>
                            <a:t>L2RE</a:t>
                          </a:r>
                        </a:p>
                      </a:txBody>
                      <a:tcPr/>
                    </a:tc>
                    <a:extLst>
                      <a:ext uri="{0D108BD9-81ED-4DB2-BD59-A6C34878D82A}">
                        <a16:rowId xmlns:a16="http://schemas.microsoft.com/office/drawing/2014/main" val="2361387059"/>
                      </a:ext>
                    </a:extLst>
                  </a:tr>
                  <a:tr h="574140">
                    <a:tc>
                      <a:txBody>
                        <a:bodyPr/>
                        <a:lstStyle/>
                        <a:p>
                          <a:pPr algn="ctr"/>
                          <a:r>
                            <a:rPr lang="en-GB" sz="2800">
                              <a:latin typeface="Times New Roman" panose="02020603050405020304" pitchFamily="18" charset="0"/>
                              <a:cs typeface="Times New Roman" panose="02020603050405020304" pitchFamily="18" charset="0"/>
                            </a:rPr>
                            <a:t>Validation dataset</a:t>
                          </a:r>
                        </a:p>
                      </a:txBody>
                      <a:tcPr/>
                    </a:tc>
                    <a:tc>
                      <a:txBody>
                        <a:bodyPr/>
                        <a:lstStyle/>
                        <a:p>
                          <a:pPr algn="ctr"/>
                          <a:r>
                            <a:rPr lang="en-GB" sz="2800">
                              <a:latin typeface="Times New Roman" panose="02020603050405020304" pitchFamily="18" charset="0"/>
                              <a:cs typeface="Times New Roman" panose="02020603050405020304" pitchFamily="18" charset="0"/>
                            </a:rPr>
                            <a:t>0.0202</a:t>
                          </a:r>
                        </a:p>
                      </a:txBody>
                      <a:tcPr/>
                    </a:tc>
                    <a:extLst>
                      <a:ext uri="{0D108BD9-81ED-4DB2-BD59-A6C34878D82A}">
                        <a16:rowId xmlns:a16="http://schemas.microsoft.com/office/drawing/2014/main" val="3615175346"/>
                      </a:ext>
                    </a:extLst>
                  </a:tr>
                  <a:tr h="574140">
                    <a:tc>
                      <a:txBody>
                        <a:bodyPr/>
                        <a:lstStyle/>
                        <a:p>
                          <a:pPr algn="ctr"/>
                          <a:r>
                            <a:rPr lang="en-GB" sz="2800">
                              <a:latin typeface="Times New Roman" panose="02020603050405020304" pitchFamily="18" charset="0"/>
                              <a:cs typeface="Times New Roman" panose="02020603050405020304" pitchFamily="18" charset="0"/>
                            </a:rPr>
                            <a:t>Test dataset</a:t>
                          </a:r>
                        </a:p>
                      </a:txBody>
                      <a:tcPr/>
                    </a:tc>
                    <a:tc>
                      <a:txBody>
                        <a:bodyPr/>
                        <a:lstStyle/>
                        <a:p>
                          <a:pPr algn="ctr"/>
                          <a:r>
                            <a:rPr lang="en-GB" sz="2800">
                              <a:latin typeface="Times New Roman" panose="02020603050405020304" pitchFamily="18" charset="0"/>
                              <a:cs typeface="Times New Roman" panose="02020603050405020304" pitchFamily="18" charset="0"/>
                            </a:rPr>
                            <a:t>0.0190</a:t>
                          </a:r>
                        </a:p>
                      </a:txBody>
                      <a:tcPr/>
                    </a:tc>
                    <a:extLst>
                      <a:ext uri="{0D108BD9-81ED-4DB2-BD59-A6C34878D82A}">
                        <a16:rowId xmlns:a16="http://schemas.microsoft.com/office/drawing/2014/main" val="2240026723"/>
                      </a:ext>
                    </a:extLst>
                  </a:tr>
                  <a:tr h="574140">
                    <a:tc>
                      <a:txBody>
                        <a:bodyPr/>
                        <a:lstStyle/>
                        <a:p>
                          <a:endParaRPr lang="en-US"/>
                        </a:p>
                      </a:txBody>
                      <a:tcPr>
                        <a:blipFill>
                          <a:blip r:embed="rId3"/>
                          <a:stretch>
                            <a:fillRect l="-137" t="-311702" r="-100549" b="-321277"/>
                          </a:stretch>
                        </a:blipFill>
                      </a:tcPr>
                    </a:tc>
                    <a:tc>
                      <a:txBody>
                        <a:bodyPr/>
                        <a:lstStyle/>
                        <a:p>
                          <a:pPr algn="ctr"/>
                          <a:r>
                            <a:rPr lang="en-GB" sz="2800">
                              <a:latin typeface="Times New Roman" panose="02020603050405020304" pitchFamily="18" charset="0"/>
                              <a:cs typeface="Times New Roman" panose="02020603050405020304" pitchFamily="18" charset="0"/>
                            </a:rPr>
                            <a:t>0.0501</a:t>
                          </a:r>
                        </a:p>
                      </a:txBody>
                      <a:tcPr/>
                    </a:tc>
                    <a:extLst>
                      <a:ext uri="{0D108BD9-81ED-4DB2-BD59-A6C34878D82A}">
                        <a16:rowId xmlns:a16="http://schemas.microsoft.com/office/drawing/2014/main" val="3362716312"/>
                      </a:ext>
                    </a:extLst>
                  </a:tr>
                  <a:tr h="574140">
                    <a:tc>
                      <a:txBody>
                        <a:bodyPr/>
                        <a:lstStyle/>
                        <a:p>
                          <a:endParaRPr lang="en-US"/>
                        </a:p>
                      </a:txBody>
                      <a:tcPr>
                        <a:blipFill>
                          <a:blip r:embed="rId3"/>
                          <a:stretch>
                            <a:fillRect l="-137" t="-411702" r="-100549" b="-221277"/>
                          </a:stretch>
                        </a:blipFill>
                      </a:tcPr>
                    </a:tc>
                    <a:tc>
                      <a:txBody>
                        <a:bodyPr/>
                        <a:lstStyle/>
                        <a:p>
                          <a:pPr algn="ctr"/>
                          <a:r>
                            <a:rPr lang="en-GB" sz="2800">
                              <a:latin typeface="Times New Roman" panose="02020603050405020304" pitchFamily="18" charset="0"/>
                              <a:cs typeface="Times New Roman" panose="02020603050405020304" pitchFamily="18" charset="0"/>
                            </a:rPr>
                            <a:t>0.0204</a:t>
                          </a:r>
                        </a:p>
                      </a:txBody>
                      <a:tcPr/>
                    </a:tc>
                    <a:extLst>
                      <a:ext uri="{0D108BD9-81ED-4DB2-BD59-A6C34878D82A}">
                        <a16:rowId xmlns:a16="http://schemas.microsoft.com/office/drawing/2014/main" val="611237339"/>
                      </a:ext>
                    </a:extLst>
                  </a:tr>
                  <a:tr h="574140">
                    <a:tc>
                      <a:txBody>
                        <a:bodyPr/>
                        <a:lstStyle/>
                        <a:p>
                          <a:endParaRPr lang="en-US"/>
                        </a:p>
                      </a:txBody>
                      <a:tcPr>
                        <a:blipFill>
                          <a:blip r:embed="rId3"/>
                          <a:stretch>
                            <a:fillRect l="-137" t="-506316" r="-100549" b="-118947"/>
                          </a:stretch>
                        </a:blipFill>
                      </a:tcPr>
                    </a:tc>
                    <a:tc>
                      <a:txBody>
                        <a:bodyPr/>
                        <a:lstStyle/>
                        <a:p>
                          <a:pPr algn="ctr"/>
                          <a:r>
                            <a:rPr lang="en-GB" sz="2800">
                              <a:latin typeface="Times New Roman" panose="02020603050405020304" pitchFamily="18" charset="0"/>
                              <a:cs typeface="Times New Roman" panose="02020603050405020304" pitchFamily="18" charset="0"/>
                            </a:rPr>
                            <a:t>0.0085</a:t>
                          </a:r>
                        </a:p>
                      </a:txBody>
                      <a:tcPr/>
                    </a:tc>
                    <a:extLst>
                      <a:ext uri="{0D108BD9-81ED-4DB2-BD59-A6C34878D82A}">
                        <a16:rowId xmlns:a16="http://schemas.microsoft.com/office/drawing/2014/main" val="193139984"/>
                      </a:ext>
                    </a:extLst>
                  </a:tr>
                  <a:tr h="574140">
                    <a:tc>
                      <a:txBody>
                        <a:bodyPr/>
                        <a:lstStyle/>
                        <a:p>
                          <a:endParaRPr lang="en-US"/>
                        </a:p>
                      </a:txBody>
                      <a:tcPr>
                        <a:blipFill>
                          <a:blip r:embed="rId3"/>
                          <a:stretch>
                            <a:fillRect l="-137" t="-612766" r="-100549" b="-20213"/>
                          </a:stretch>
                        </a:blipFill>
                      </a:tcPr>
                    </a:tc>
                    <a:tc>
                      <a:txBody>
                        <a:bodyPr/>
                        <a:lstStyle/>
                        <a:p>
                          <a:pPr algn="ctr"/>
                          <a:r>
                            <a:rPr lang="en-GB" sz="2800">
                              <a:latin typeface="Times New Roman" panose="02020603050405020304" pitchFamily="18" charset="0"/>
                              <a:cs typeface="Times New Roman" panose="02020603050405020304" pitchFamily="18" charset="0"/>
                            </a:rPr>
                            <a:t>0.0046</a:t>
                          </a:r>
                        </a:p>
                      </a:txBody>
                      <a:tcPr/>
                    </a:tc>
                    <a:extLst>
                      <a:ext uri="{0D108BD9-81ED-4DB2-BD59-A6C34878D82A}">
                        <a16:rowId xmlns:a16="http://schemas.microsoft.com/office/drawing/2014/main" val="2166165612"/>
                      </a:ext>
                    </a:extLst>
                  </a:tr>
                </a:tbl>
              </a:graphicData>
            </a:graphic>
          </p:graphicFrame>
        </mc:Fallback>
      </mc:AlternateContent>
    </p:spTree>
    <p:extLst>
      <p:ext uri="{BB962C8B-B14F-4D97-AF65-F5344CB8AC3E}">
        <p14:creationId xmlns:p14="http://schemas.microsoft.com/office/powerpoint/2010/main" val="1589633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19FA433-BF8B-00E4-3CD9-FD992150BCE5}"/>
                  </a:ext>
                </a:extLst>
              </p:cNvPr>
              <p:cNvSpPr>
                <a:spLocks noGrp="1"/>
              </p:cNvSpPr>
              <p:nvPr>
                <p:ph type="title"/>
              </p:nvPr>
            </p:nvSpPr>
            <p:spPr>
              <a:xfrm>
                <a:off x="338328" y="2459736"/>
                <a:ext cx="3644411" cy="1746503"/>
              </a:xfrm>
            </p:spPr>
            <p:txBody>
              <a:bodyPr>
                <a:normAutofit fontScale="90000"/>
              </a:bodyPr>
              <a:lstStyle/>
              <a:p>
                <a:pPr algn="ctr"/>
                <a14:m>
                  <m:oMath xmlns:m="http://schemas.openxmlformats.org/officeDocument/2006/math">
                    <m:r>
                      <a:rPr lang="en-US" b="0" i="1" smtClean="0">
                        <a:latin typeface="Cambria Math" panose="02040503050406030204" pitchFamily="18" charset="0"/>
                      </a:rPr>
                      <m:t>×2.5</m:t>
                    </m:r>
                  </m:oMath>
                </a14:m>
                <a:r>
                  <a:rPr lang="en-US" b="0"/>
                  <a:t> resolution</a:t>
                </a:r>
                <a:br>
                  <a:rPr lang="en-US" b="0"/>
                </a:br>
                <a:r>
                  <a:rPr lang="en-US" b="0"/>
                  <a:t>(2D)</a:t>
                </a:r>
                <a:endParaRPr lang="en-GB"/>
              </a:p>
            </p:txBody>
          </p:sp>
        </mc:Choice>
        <mc:Fallback xmlns="">
          <p:sp>
            <p:nvSpPr>
              <p:cNvPr id="2" name="Title 1">
                <a:extLst>
                  <a:ext uri="{FF2B5EF4-FFF2-40B4-BE49-F238E27FC236}">
                    <a16:creationId xmlns:a16="http://schemas.microsoft.com/office/drawing/2014/main" id="{A19FA433-BF8B-00E4-3CD9-FD992150BCE5}"/>
                  </a:ext>
                </a:extLst>
              </p:cNvPr>
              <p:cNvSpPr>
                <a:spLocks noGrp="1" noRot="1" noChangeAspect="1" noMove="1" noResize="1" noEditPoints="1" noAdjustHandles="1" noChangeArrowheads="1" noChangeShapeType="1" noTextEdit="1"/>
              </p:cNvSpPr>
              <p:nvPr>
                <p:ph type="title"/>
              </p:nvPr>
            </p:nvSpPr>
            <p:spPr>
              <a:xfrm>
                <a:off x="338328" y="2459736"/>
                <a:ext cx="3644411" cy="1746503"/>
              </a:xfrm>
              <a:blipFill>
                <a:blip r:embed="rId3"/>
                <a:stretch>
                  <a:fillRect r="-3685"/>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710E0373-DE36-2AC3-4937-19CA80856606}"/>
              </a:ext>
            </a:extLst>
          </p:cNvPr>
          <p:cNvGrpSpPr/>
          <p:nvPr/>
        </p:nvGrpSpPr>
        <p:grpSpPr>
          <a:xfrm>
            <a:off x="3982736" y="0"/>
            <a:ext cx="8209262" cy="6858000"/>
            <a:chOff x="3982736" y="0"/>
            <a:chExt cx="8209262" cy="6858000"/>
          </a:xfrm>
        </p:grpSpPr>
        <p:pic>
          <p:nvPicPr>
            <p:cNvPr id="8" name="Content Placeholder 4">
              <a:extLst>
                <a:ext uri="{FF2B5EF4-FFF2-40B4-BE49-F238E27FC236}">
                  <a16:creationId xmlns:a16="http://schemas.microsoft.com/office/drawing/2014/main" id="{E4E6377E-F797-1417-CA85-8BCF0B1EB776}"/>
                </a:ext>
              </a:extLst>
            </p:cNvPr>
            <p:cNvPicPr>
              <a:picLocks noChangeAspect="1"/>
            </p:cNvPicPr>
            <p:nvPr/>
          </p:nvPicPr>
          <p:blipFill>
            <a:blip r:embed="rId4"/>
            <a:stretch>
              <a:fillRect/>
            </a:stretch>
          </p:blipFill>
          <p:spPr>
            <a:xfrm>
              <a:off x="3982738" y="0"/>
              <a:ext cx="4104629" cy="3429000"/>
            </a:xfrm>
            <a:prstGeom prst="rect">
              <a:avLst/>
            </a:prstGeom>
          </p:spPr>
        </p:pic>
        <p:pic>
          <p:nvPicPr>
            <p:cNvPr id="10" name="Picture 9">
              <a:extLst>
                <a:ext uri="{FF2B5EF4-FFF2-40B4-BE49-F238E27FC236}">
                  <a16:creationId xmlns:a16="http://schemas.microsoft.com/office/drawing/2014/main" id="{AD068769-BCF0-89DD-EBD2-31D2D4B94FD0}"/>
                </a:ext>
              </a:extLst>
            </p:cNvPr>
            <p:cNvPicPr>
              <a:picLocks noChangeAspect="1"/>
            </p:cNvPicPr>
            <p:nvPr/>
          </p:nvPicPr>
          <p:blipFill>
            <a:blip r:embed="rId5"/>
            <a:stretch>
              <a:fillRect/>
            </a:stretch>
          </p:blipFill>
          <p:spPr>
            <a:xfrm>
              <a:off x="8087369" y="0"/>
              <a:ext cx="4104629" cy="3429000"/>
            </a:xfrm>
            <a:prstGeom prst="rect">
              <a:avLst/>
            </a:prstGeom>
          </p:spPr>
        </p:pic>
        <p:pic>
          <p:nvPicPr>
            <p:cNvPr id="12" name="Picture 11">
              <a:extLst>
                <a:ext uri="{FF2B5EF4-FFF2-40B4-BE49-F238E27FC236}">
                  <a16:creationId xmlns:a16="http://schemas.microsoft.com/office/drawing/2014/main" id="{AA398CBE-3D76-2153-CF55-4002BD5A7940}"/>
                </a:ext>
              </a:extLst>
            </p:cNvPr>
            <p:cNvPicPr>
              <a:picLocks noChangeAspect="1"/>
            </p:cNvPicPr>
            <p:nvPr/>
          </p:nvPicPr>
          <p:blipFill>
            <a:blip r:embed="rId6"/>
            <a:stretch>
              <a:fillRect/>
            </a:stretch>
          </p:blipFill>
          <p:spPr>
            <a:xfrm>
              <a:off x="3982736" y="3429000"/>
              <a:ext cx="4104629" cy="3429000"/>
            </a:xfrm>
            <a:prstGeom prst="rect">
              <a:avLst/>
            </a:prstGeom>
          </p:spPr>
        </p:pic>
        <p:pic>
          <p:nvPicPr>
            <p:cNvPr id="13" name="Picture 12">
              <a:extLst>
                <a:ext uri="{FF2B5EF4-FFF2-40B4-BE49-F238E27FC236}">
                  <a16:creationId xmlns:a16="http://schemas.microsoft.com/office/drawing/2014/main" id="{C8404B45-1721-7500-9D7C-B89AFDC5332B}"/>
                </a:ext>
              </a:extLst>
            </p:cNvPr>
            <p:cNvPicPr>
              <a:picLocks noChangeAspect="1"/>
            </p:cNvPicPr>
            <p:nvPr/>
          </p:nvPicPr>
          <p:blipFill>
            <a:blip r:embed="rId7"/>
            <a:stretch>
              <a:fillRect/>
            </a:stretch>
          </p:blipFill>
          <p:spPr>
            <a:xfrm>
              <a:off x="8087367" y="3429000"/>
              <a:ext cx="4104629" cy="3429000"/>
            </a:xfrm>
            <a:prstGeom prst="rect">
              <a:avLst/>
            </a:prstGeom>
          </p:spPr>
        </p:pic>
      </p:grpSp>
    </p:spTree>
    <p:extLst>
      <p:ext uri="{BB962C8B-B14F-4D97-AF65-F5344CB8AC3E}">
        <p14:creationId xmlns:p14="http://schemas.microsoft.com/office/powerpoint/2010/main" val="2270572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5B4DDF8-7BA2-A6C2-E528-7923856EDE71}"/>
                  </a:ext>
                </a:extLst>
              </p:cNvPr>
              <p:cNvSpPr>
                <a:spLocks noGrp="1"/>
              </p:cNvSpPr>
              <p:nvPr>
                <p:ph type="title"/>
              </p:nvPr>
            </p:nvSpPr>
            <p:spPr>
              <a:xfrm>
                <a:off x="0" y="2715768"/>
                <a:ext cx="1980677" cy="1376013"/>
              </a:xfrm>
            </p:spPr>
            <p:txBody>
              <a:bodyPr>
                <a:normAutofit fontScale="90000"/>
              </a:bodyPr>
              <a:lstStyle/>
              <a:p>
                <a:pPr algn="ctr"/>
                <a14:m>
                  <m:oMath xmlns:m="http://schemas.openxmlformats.org/officeDocument/2006/math">
                    <m:r>
                      <a:rPr lang="en-US" i="1">
                        <a:latin typeface="Cambria Math" panose="02040503050406030204" pitchFamily="18" charset="0"/>
                      </a:rPr>
                      <m:t>×25</m:t>
                    </m:r>
                  </m:oMath>
                </a14:m>
                <a:r>
                  <a:rPr lang="en-US"/>
                  <a:t> res </a:t>
                </a:r>
                <a:br>
                  <a:rPr lang="en-US"/>
                </a:br>
                <a:r>
                  <a:rPr lang="en-US"/>
                  <a:t>(1D)</a:t>
                </a:r>
                <a:endParaRPr lang="en-GB"/>
              </a:p>
            </p:txBody>
          </p:sp>
        </mc:Choice>
        <mc:Fallback xmlns="">
          <p:sp>
            <p:nvSpPr>
              <p:cNvPr id="2" name="Title 1">
                <a:extLst>
                  <a:ext uri="{FF2B5EF4-FFF2-40B4-BE49-F238E27FC236}">
                    <a16:creationId xmlns:a16="http://schemas.microsoft.com/office/drawing/2014/main" id="{95B4DDF8-7BA2-A6C2-E528-7923856EDE71}"/>
                  </a:ext>
                </a:extLst>
              </p:cNvPr>
              <p:cNvSpPr>
                <a:spLocks noGrp="1" noRot="1" noChangeAspect="1" noMove="1" noResize="1" noEditPoints="1" noAdjustHandles="1" noChangeArrowheads="1" noChangeShapeType="1" noTextEdit="1"/>
              </p:cNvSpPr>
              <p:nvPr>
                <p:ph type="title"/>
              </p:nvPr>
            </p:nvSpPr>
            <p:spPr>
              <a:xfrm>
                <a:off x="0" y="2715768"/>
                <a:ext cx="1980677" cy="1376013"/>
              </a:xfrm>
              <a:blipFill>
                <a:blip r:embed="rId3"/>
                <a:stretch>
                  <a:fillRect t="-5778" r="-16308" b="-12444"/>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472C643C-3C23-247F-C048-10A9B84759E0}"/>
              </a:ext>
            </a:extLst>
          </p:cNvPr>
          <p:cNvGrpSpPr/>
          <p:nvPr/>
        </p:nvGrpSpPr>
        <p:grpSpPr>
          <a:xfrm>
            <a:off x="2036762" y="0"/>
            <a:ext cx="10155238" cy="6858000"/>
            <a:chOff x="2036762" y="0"/>
            <a:chExt cx="10155238" cy="6858000"/>
          </a:xfrm>
        </p:grpSpPr>
        <p:pic>
          <p:nvPicPr>
            <p:cNvPr id="8" name="Content Placeholder 4">
              <a:extLst>
                <a:ext uri="{FF2B5EF4-FFF2-40B4-BE49-F238E27FC236}">
                  <a16:creationId xmlns:a16="http://schemas.microsoft.com/office/drawing/2014/main" id="{4A073F6A-A706-EAEA-639E-EF02D9F3C85B}"/>
                </a:ext>
              </a:extLst>
            </p:cNvPr>
            <p:cNvPicPr>
              <a:picLocks noChangeAspect="1"/>
            </p:cNvPicPr>
            <p:nvPr/>
          </p:nvPicPr>
          <p:blipFill>
            <a:blip r:embed="rId4"/>
            <a:srcRect r="1418"/>
            <a:stretch>
              <a:fillRect/>
            </a:stretch>
          </p:blipFill>
          <p:spPr>
            <a:xfrm>
              <a:off x="2036762" y="0"/>
              <a:ext cx="5114077" cy="3429092"/>
            </a:xfrm>
            <a:prstGeom prst="rect">
              <a:avLst/>
            </a:prstGeom>
          </p:spPr>
        </p:pic>
        <p:pic>
          <p:nvPicPr>
            <p:cNvPr id="10" name="Picture 9">
              <a:extLst>
                <a:ext uri="{FF2B5EF4-FFF2-40B4-BE49-F238E27FC236}">
                  <a16:creationId xmlns:a16="http://schemas.microsoft.com/office/drawing/2014/main" id="{01DA8E9B-6F42-AE36-0AD7-266932E5A8C3}"/>
                </a:ext>
              </a:extLst>
            </p:cNvPr>
            <p:cNvPicPr>
              <a:picLocks noChangeAspect="1"/>
            </p:cNvPicPr>
            <p:nvPr/>
          </p:nvPicPr>
          <p:blipFill>
            <a:blip r:embed="rId5"/>
            <a:srcRect l="1406" r="1414"/>
            <a:stretch>
              <a:fillRect/>
            </a:stretch>
          </p:blipFill>
          <p:spPr>
            <a:xfrm>
              <a:off x="7150841" y="46"/>
              <a:ext cx="5041159" cy="3429000"/>
            </a:xfrm>
            <a:prstGeom prst="rect">
              <a:avLst/>
            </a:prstGeom>
          </p:spPr>
        </p:pic>
        <p:pic>
          <p:nvPicPr>
            <p:cNvPr id="12" name="Picture 11">
              <a:extLst>
                <a:ext uri="{FF2B5EF4-FFF2-40B4-BE49-F238E27FC236}">
                  <a16:creationId xmlns:a16="http://schemas.microsoft.com/office/drawing/2014/main" id="{843146D1-4E6F-3754-78AB-5885470E0BA7}"/>
                </a:ext>
              </a:extLst>
            </p:cNvPr>
            <p:cNvPicPr>
              <a:picLocks noChangeAspect="1"/>
            </p:cNvPicPr>
            <p:nvPr/>
          </p:nvPicPr>
          <p:blipFill>
            <a:blip r:embed="rId6"/>
            <a:srcRect r="1414"/>
            <a:stretch>
              <a:fillRect/>
            </a:stretch>
          </p:blipFill>
          <p:spPr>
            <a:xfrm>
              <a:off x="2036762" y="3429000"/>
              <a:ext cx="5114076" cy="3429000"/>
            </a:xfrm>
            <a:prstGeom prst="rect">
              <a:avLst/>
            </a:prstGeom>
          </p:spPr>
        </p:pic>
        <p:pic>
          <p:nvPicPr>
            <p:cNvPr id="13" name="Picture 12">
              <a:extLst>
                <a:ext uri="{FF2B5EF4-FFF2-40B4-BE49-F238E27FC236}">
                  <a16:creationId xmlns:a16="http://schemas.microsoft.com/office/drawing/2014/main" id="{3087C841-D74A-7466-1DA8-C39FD1019DB6}"/>
                </a:ext>
              </a:extLst>
            </p:cNvPr>
            <p:cNvPicPr>
              <a:picLocks noChangeAspect="1"/>
            </p:cNvPicPr>
            <p:nvPr/>
          </p:nvPicPr>
          <p:blipFill>
            <a:blip r:embed="rId7"/>
            <a:srcRect l="1406" r="1414"/>
            <a:stretch>
              <a:fillRect/>
            </a:stretch>
          </p:blipFill>
          <p:spPr>
            <a:xfrm>
              <a:off x="7150839" y="3429000"/>
              <a:ext cx="5041160" cy="3429000"/>
            </a:xfrm>
            <a:prstGeom prst="rect">
              <a:avLst/>
            </a:prstGeom>
          </p:spPr>
        </p:pic>
      </p:grpSp>
    </p:spTree>
    <p:extLst>
      <p:ext uri="{BB962C8B-B14F-4D97-AF65-F5344CB8AC3E}">
        <p14:creationId xmlns:p14="http://schemas.microsoft.com/office/powerpoint/2010/main" val="2781173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26FF-30E8-4256-6502-93885F5759BB}"/>
              </a:ext>
            </a:extLst>
          </p:cNvPr>
          <p:cNvSpPr>
            <a:spLocks noGrp="1"/>
          </p:cNvSpPr>
          <p:nvPr>
            <p:ph type="title"/>
          </p:nvPr>
        </p:nvSpPr>
        <p:spPr>
          <a:xfrm>
            <a:off x="685800" y="365125"/>
            <a:ext cx="10515600" cy="1325563"/>
          </a:xfrm>
        </p:spPr>
        <p:txBody>
          <a:bodyPr/>
          <a:lstStyle/>
          <a:p>
            <a:r>
              <a:rPr lang="en-GB"/>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0C918A-1DDE-8124-2684-652C7A22AD72}"/>
                  </a:ext>
                </a:extLst>
              </p:cNvPr>
              <p:cNvSpPr>
                <a:spLocks noGrp="1"/>
              </p:cNvSpPr>
              <p:nvPr>
                <p:ph idx="1"/>
              </p:nvPr>
            </p:nvSpPr>
            <p:spPr>
              <a:xfrm>
                <a:off x="685800" y="1320800"/>
                <a:ext cx="10947400" cy="5270500"/>
              </a:xfrm>
            </p:spPr>
            <p:txBody>
              <a:bodyPr>
                <a:normAutofit/>
              </a:bodyPr>
              <a:lstStyle/>
              <a:p>
                <a:pPr lvl="1">
                  <a:lnSpc>
                    <a:spcPct val="110000"/>
                  </a:lnSpc>
                </a:pPr>
                <a:r>
                  <a:rPr lang="en-GB" dirty="0"/>
                  <a:t>Low L2RE on validation (0.0202) and testing (0.0190) datasets </a:t>
                </a:r>
              </a:p>
              <a:p>
                <a:pPr lvl="1">
                  <a:lnSpc>
                    <a:spcPct val="110000"/>
                  </a:lnSpc>
                </a:pPr>
                <a:r>
                  <a:rPr lang="en-GB" dirty="0"/>
                  <a:t>Lower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m:t>
                        </m:r>
                      </m:sub>
                    </m:sSub>
                  </m:oMath>
                </a14:m>
                <a:r>
                  <a:rPr lang="en-US" b="0" dirty="0"/>
                  <a:t> values lead to larger deviations from paired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𝑇𝑃</m:t>
                        </m:r>
                      </m:sub>
                    </m:sSub>
                  </m:oMath>
                </a14:m>
                <a:endParaRPr lang="en-US" b="0" dirty="0"/>
              </a:p>
              <a:p>
                <a:pPr lvl="1">
                  <a:lnSpc>
                    <a:spcPct val="110000"/>
                  </a:lnSpc>
                </a:pPr>
                <a:r>
                  <a:rPr lang="en-US" dirty="0"/>
                  <a:t>Generate lower dimensional datasets to up to 25 times initial resolution at 1% average error</a:t>
                </a:r>
              </a:p>
              <a:p>
                <a:pPr lvl="1">
                  <a:lnSpc>
                    <a:spcPct val="110000"/>
                  </a:lnSpc>
                </a:pPr>
                <a:endParaRPr lang="en-GB" b="0" dirty="0"/>
              </a:p>
              <a:p>
                <a:pPr marL="0" indent="0">
                  <a:lnSpc>
                    <a:spcPct val="110000"/>
                  </a:lnSpc>
                  <a:buNone/>
                </a:pPr>
                <a:r>
                  <a:rPr lang="en-GB" dirty="0"/>
                  <a:t>Next steps:</a:t>
                </a:r>
                <a:endParaRPr lang="en-US" dirty="0"/>
              </a:p>
              <a:p>
                <a:pPr lvl="1">
                  <a:lnSpc>
                    <a:spcPct val="110000"/>
                  </a:lnSpc>
                </a:pPr>
                <a:r>
                  <a:rPr lang="en-US" dirty="0"/>
                  <a:t>Increase the density of collocation points near individual punctures</a:t>
                </a:r>
                <a:endParaRPr lang="en-US" b="0" dirty="0"/>
              </a:p>
              <a:p>
                <a:pPr lvl="1">
                  <a:lnSpc>
                    <a:spcPct val="110000"/>
                  </a:lnSpc>
                </a:pPr>
                <a:r>
                  <a:rPr lang="en-US" b="0" dirty="0"/>
                  <a:t>Explore </a:t>
                </a:r>
                <a:r>
                  <a:rPr lang="en-US" b="0" dirty="0" err="1"/>
                  <a:t>PIDONet’s</a:t>
                </a:r>
                <a:r>
                  <a:rPr lang="en-US" b="0" dirty="0"/>
                  <a:t> abi</a:t>
                </a:r>
                <a:r>
                  <a:rPr lang="en-US" dirty="0"/>
                  <a:t>lity to predict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𝜃</m:t>
                        </m:r>
                      </m:sub>
                    </m:sSub>
                  </m:oMath>
                </a14:m>
                <a:r>
                  <a:rPr lang="en-US" b="0" dirty="0"/>
                  <a:t> for wider ranges of puncture locations, positions, and momenta</a:t>
                </a:r>
              </a:p>
              <a:p>
                <a:pPr lvl="1">
                  <a:lnSpc>
                    <a:spcPct val="110000"/>
                  </a:lnSpc>
                </a:pPr>
                <a:r>
                  <a:rPr lang="en-US" b="0" dirty="0"/>
                  <a:t>Extend the branch net to take into account spinning BBH systems</a:t>
                </a:r>
              </a:p>
              <a:p>
                <a:pPr lvl="1"/>
                <a:endParaRPr lang="en-US" b="0" dirty="0"/>
              </a:p>
              <a:p>
                <a:pPr lvl="1"/>
                <a:endParaRPr lang="en-US" b="0" dirty="0"/>
              </a:p>
              <a:p>
                <a:pPr lvl="1"/>
                <a:endParaRPr lang="en-GB" dirty="0"/>
              </a:p>
            </p:txBody>
          </p:sp>
        </mc:Choice>
        <mc:Fallback xmlns="">
          <p:sp>
            <p:nvSpPr>
              <p:cNvPr id="3" name="Content Placeholder 2">
                <a:extLst>
                  <a:ext uri="{FF2B5EF4-FFF2-40B4-BE49-F238E27FC236}">
                    <a16:creationId xmlns:a16="http://schemas.microsoft.com/office/drawing/2014/main" id="{790C918A-1DDE-8124-2684-652C7A22AD72}"/>
                  </a:ext>
                </a:extLst>
              </p:cNvPr>
              <p:cNvSpPr>
                <a:spLocks noGrp="1" noRot="1" noChangeAspect="1" noMove="1" noResize="1" noEditPoints="1" noAdjustHandles="1" noChangeArrowheads="1" noChangeShapeType="1" noTextEdit="1"/>
              </p:cNvSpPr>
              <p:nvPr>
                <p:ph idx="1"/>
              </p:nvPr>
            </p:nvSpPr>
            <p:spPr>
              <a:xfrm>
                <a:off x="685800" y="1320800"/>
                <a:ext cx="10947400" cy="5270500"/>
              </a:xfrm>
              <a:blipFill>
                <a:blip r:embed="rId3"/>
                <a:stretch>
                  <a:fillRect l="-1170" t="-694"/>
                </a:stretch>
              </a:blipFill>
            </p:spPr>
            <p:txBody>
              <a:bodyPr/>
              <a:lstStyle/>
              <a:p>
                <a:r>
                  <a:rPr lang="en-US">
                    <a:noFill/>
                  </a:rPr>
                  <a:t> </a:t>
                </a:r>
              </a:p>
            </p:txBody>
          </p:sp>
        </mc:Fallback>
      </mc:AlternateContent>
    </p:spTree>
    <p:extLst>
      <p:ext uri="{BB962C8B-B14F-4D97-AF65-F5344CB8AC3E}">
        <p14:creationId xmlns:p14="http://schemas.microsoft.com/office/powerpoint/2010/main" val="186854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EEFD-5153-49AC-BA0C-139C2E3CF1CE}"/>
              </a:ext>
            </a:extLst>
          </p:cNvPr>
          <p:cNvSpPr>
            <a:spLocks noGrp="1"/>
          </p:cNvSpPr>
          <p:nvPr>
            <p:ph type="ctrTitle"/>
          </p:nvPr>
        </p:nvSpPr>
        <p:spPr/>
        <p:txBody>
          <a:bodyPr/>
          <a:lstStyle/>
          <a:p>
            <a:r>
              <a:rPr lang="en-GB"/>
              <a:t>Thank you for listening</a:t>
            </a:r>
          </a:p>
        </p:txBody>
      </p:sp>
      <p:sp>
        <p:nvSpPr>
          <p:cNvPr id="3" name="Subtitle 2">
            <a:extLst>
              <a:ext uri="{FF2B5EF4-FFF2-40B4-BE49-F238E27FC236}">
                <a16:creationId xmlns:a16="http://schemas.microsoft.com/office/drawing/2014/main" id="{3DA39296-081A-2DFB-C93B-FF736192873D}"/>
              </a:ext>
            </a:extLst>
          </p:cNvPr>
          <p:cNvSpPr>
            <a:spLocks noGrp="1"/>
          </p:cNvSpPr>
          <p:nvPr>
            <p:ph type="subTitle" idx="1"/>
          </p:nvPr>
        </p:nvSpPr>
        <p:spPr/>
        <p:txBody>
          <a:bodyPr>
            <a:normAutofit/>
          </a:bodyPr>
          <a:lstStyle/>
          <a:p>
            <a:r>
              <a:rPr lang="en-GB" sz="3200"/>
              <a:t>Any questions?</a:t>
            </a:r>
          </a:p>
        </p:txBody>
      </p:sp>
    </p:spTree>
    <p:extLst>
      <p:ext uri="{BB962C8B-B14F-4D97-AF65-F5344CB8AC3E}">
        <p14:creationId xmlns:p14="http://schemas.microsoft.com/office/powerpoint/2010/main" val="2767603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146</TotalTime>
  <Words>1281</Words>
  <Application>Microsoft Office PowerPoint</Application>
  <PresentationFormat>Widescreen</PresentationFormat>
  <Paragraphs>107</Paragraphs>
  <Slides>10</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Cambria Math</vt:lpstr>
      <vt:lpstr>Times New Roman</vt:lpstr>
      <vt:lpstr>Office Theme</vt:lpstr>
      <vt:lpstr>Generate Binary Black Hole Initial Data with Physics-Informed DeepONet</vt:lpstr>
      <vt:lpstr>PowerPoint Presentation</vt:lpstr>
      <vt:lpstr>Theory</vt:lpstr>
      <vt:lpstr>PowerPoint Presentation</vt:lpstr>
      <vt:lpstr>Setup</vt:lpstr>
      <vt:lpstr>Results </vt:lpstr>
      <vt:lpstr>×2.5 resolution (2D)</vt:lpstr>
      <vt:lpstr>×25 res  (1D)</vt:lpstr>
      <vt:lpstr>Conclusion</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Wu, Hilary H M</dc:creator>
  <cp:lastModifiedBy>Wu, Hilary H M</cp:lastModifiedBy>
  <cp:revision>2</cp:revision>
  <dcterms:created xsi:type="dcterms:W3CDTF">2026-07-31T06:42:07Z</dcterms:created>
  <dcterms:modified xsi:type="dcterms:W3CDTF">2026-08-04T14:47:09Z</dcterms:modified>
</cp:coreProperties>
</file>